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0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5040041" y="3429000"/>
            <a:ext cx="2301507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6943728" y="3925701"/>
            <a:ext cx="2200272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6208549" y="1016000"/>
            <a:ext cx="2200272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7827509" y="5241025"/>
            <a:ext cx="862173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5820636" y="1016000"/>
            <a:ext cx="2200272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6301092" y="972063"/>
            <a:ext cx="1257655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6301092" y="972063"/>
            <a:ext cx="1257655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5387660" y="1646415"/>
            <a:ext cx="279145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350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5936435" y="1806269"/>
            <a:ext cx="2402624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8342146" y="681237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8342146" y="7568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8342146" y="8330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386128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7395053" y="4209212"/>
            <a:ext cx="276432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350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5574605" y="1962602"/>
            <a:ext cx="488627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628650" y="1121410"/>
            <a:ext cx="4759166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628649" y="4009006"/>
            <a:ext cx="4451324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628649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629888" y="5116537"/>
            <a:ext cx="216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2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49554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885268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628651" y="1860552"/>
            <a:ext cx="78867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8342146" y="681237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8342146" y="7568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8342146" y="8330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97155" y="565150"/>
            <a:ext cx="2398871" cy="1081405"/>
          </a:xfrm>
        </p:spPr>
        <p:txBody>
          <a:bodyPr wrap="square" anchor="b">
            <a:normAutofit/>
          </a:bodyPr>
          <a:lstStyle>
            <a:lvl1pPr>
              <a:defRPr sz="36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6943728" y="3925701"/>
            <a:ext cx="2200272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386128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399958" y="3925701"/>
            <a:ext cx="1370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2454044" y="1267996"/>
            <a:ext cx="1870730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973430" y="941537"/>
            <a:ext cx="2466908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162393" y="941537"/>
            <a:ext cx="2466908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2322581" y="1724416"/>
            <a:ext cx="196325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350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2538116" y="1866175"/>
            <a:ext cx="482690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350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124842" y="2619139"/>
            <a:ext cx="2802908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8098649" y="5708698"/>
            <a:ext cx="81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1831008" y="1174224"/>
            <a:ext cx="1257655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1677380" y="1174225"/>
            <a:ext cx="1257655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927634" y="2974340"/>
            <a:ext cx="4389596" cy="2527935"/>
          </a:xfrm>
        </p:spPr>
        <p:txBody>
          <a:bodyPr wrap="square" anchor="t" anchorCtr="0">
            <a:normAutofit/>
          </a:bodyPr>
          <a:lstStyle>
            <a:lvl1pPr algn="r">
              <a:defRPr sz="39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4582880" y="1631269"/>
            <a:ext cx="3734246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45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894218" y="5956300"/>
            <a:ext cx="6953609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494" y="360045"/>
            <a:ext cx="8100536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494" y="360045"/>
            <a:ext cx="8099584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6943728" y="3925701"/>
            <a:ext cx="2200272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386128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6943725" y="3925570"/>
            <a:ext cx="2200751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549367" y="970310"/>
            <a:ext cx="7965536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5009228" y="966964"/>
            <a:ext cx="3363744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626933" y="5231764"/>
            <a:ext cx="7888418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2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5382781" y="1773850"/>
            <a:ext cx="2830647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609654" y="5666440"/>
            <a:ext cx="392566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8342146" y="681237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8342146" y="7568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8342146" y="833002"/>
            <a:ext cx="15954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628650" y="1265786"/>
            <a:ext cx="4469440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5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629099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818990" y="5414440"/>
            <a:ext cx="216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6165010" y="5414440"/>
            <a:ext cx="216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6943728" y="3925701"/>
            <a:ext cx="2200272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 sz="135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9143999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8439151" y="4613195"/>
            <a:ext cx="704849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9143999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35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52197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6565487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77850" y="614680"/>
            <a:ext cx="4759325" cy="1936750"/>
          </a:xfrm>
        </p:spPr>
        <p:txBody>
          <a:bodyPr/>
          <a:lstStyle/>
          <a:p>
            <a:r>
              <a:rPr lang="en-US" sz="2000" b="0">
                <a:ea typeface="+mj-ea"/>
              </a:rPr>
              <a:t>AWS KEY MANAGEMENT SERVICES</a:t>
            </a:r>
            <a:endParaRPr lang="en-US" sz="2000" b="0">
              <a:ea typeface="+mj-ea"/>
            </a:endParaRPr>
          </a:p>
        </p:txBody>
      </p:sp>
      <p:sp>
        <p:nvSpPr>
          <p:cNvPr id="9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Add description</a:t>
            </a:r>
            <a:endParaRPr lang="en-US">
              <a:ea typeface="+mn-ea"/>
            </a:endParaRPr>
          </a:p>
        </p:txBody>
      </p:sp>
      <p:sp>
        <p:nvSpPr>
          <p:cNvPr id="10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Click here to add text</a:t>
            </a:r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Introduction to AWS KMS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Key Management Service (KMS) is a managed service used to create and control encryption keys in AWS.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What is Encryption?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Encryption converts readable data into unreadable format to protect sensitive information.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Why AWS KMS?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Secure data protection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Centralized key management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integration with AWS services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Compliance support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key rotation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Features of AWS KMS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Create and manage encryption keys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key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IAM integration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Audit logging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Hardware Security Modules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Types of Keys in KMS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AWS Managed Keys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Customer Managed Keys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AWS Owned Keys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How AWS KMS Works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User sends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KMS generates key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Data encrypted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4. Secure storage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5. Data decrypted when required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Customer Managed Keys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Users create and manage keys with full control over permissions and rotation.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AWS Managed Keys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automatically creates and manages keys for supported services.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Integration with AWS Services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Amazon S3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EBS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RDS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Lambda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DynamoDB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Security Features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IAM Policies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Key Policies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MFA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Encryption at Rest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Monitoring and Auditing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CloudTrail tracks all KMS API activities for auditing and monitoring.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Real-Time Use Case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Banking applications encrypt customer transaction data using AWS KMS.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Advantages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Fully Managed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Highly Secure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Scalable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Cost Effective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Management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Limitations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Additional cost for large usage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Regional restrictions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Learning curve for beginners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Conclusion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KMS provides secure and centralized encryption key management for cloud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1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e title goes here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96_1*b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Add description"/>
</p:tagLst>
</file>

<file path=ppt/tags/tag121.xml><?xml version="1.0" encoding="utf-8"?>
<p:tagLst xmlns:p="http://schemas.openxmlformats.org/presentationml/2006/main">
  <p:tag name="KSO_WM_UNIT_SUBTYPE" val="g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custom20238096_1*f*5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Click here to add text"/>
</p:tagLst>
</file>

<file path=ppt/tags/tag12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  <p:tag name="KSO_WM_SLIDE_THEME_ID" val="3326791"/>
  <p:tag name="KSO_WM_SLIDE_THEME_NAME" val="Green Fresh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UNIT_TEXT" val="Introduction to AWS KM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SLIDE_TYPE" val="text"/>
  <p:tag name="KSO_WM_BEAUTIFY_FLAG" val="#wm#"/>
</p:tagLst>
</file>

<file path=ppt/tags/tag131.xml><?xml version="1.0" encoding="utf-8"?>
<p:tagLst xmlns:p="http://schemas.openxmlformats.org/presentationml/2006/main">
  <p:tag name="KSO_WM_UNIT_TEXT" val="What is Encryption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SLIDE_TYPE" val="text"/>
  <p:tag name="KSO_WM_BEAUTIFY_FLAG" val="#wm#"/>
</p:tagLst>
</file>

<file path=ppt/tags/tag135.xml><?xml version="1.0" encoding="utf-8"?>
<p:tagLst xmlns:p="http://schemas.openxmlformats.org/presentationml/2006/main">
  <p:tag name="KSO_WM_UNIT_TEXT" val="Why AWS KMS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SLIDE_TYPE" val="text"/>
  <p:tag name="KSO_WM_BEAUTIFY_FLAG" val="#wm#"/>
</p:tagLst>
</file>

<file path=ppt/tags/tag139.xml><?xml version="1.0" encoding="utf-8"?>
<p:tagLst xmlns:p="http://schemas.openxmlformats.org/presentationml/2006/main">
  <p:tag name="KSO_WM_UNIT_TEXT" val="Features of AWS KM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SLIDE_TYPE" val="text"/>
  <p:tag name="KSO_WM_BEAUTIFY_FLAG" val="#wm#"/>
</p:tagLst>
</file>

<file path=ppt/tags/tag143.xml><?xml version="1.0" encoding="utf-8"?>
<p:tagLst xmlns:p="http://schemas.openxmlformats.org/presentationml/2006/main">
  <p:tag name="KSO_WM_UNIT_TEXT" val="Types of Keys in KM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SLIDE_TYPE" val="text"/>
  <p:tag name="KSO_WM_BEAUTIFY_FLAG" val="#wm#"/>
</p:tagLst>
</file>

<file path=ppt/tags/tag147.xml><?xml version="1.0" encoding="utf-8"?>
<p:tagLst xmlns:p="http://schemas.openxmlformats.org/presentationml/2006/main">
  <p:tag name="KSO_WM_UNIT_TEXT" val="How AWS KMS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SLIDE_TYPE" val="text"/>
  <p:tag name="KSO_WM_BEAUTIFY_FLAG" val="#wm#"/>
</p:tagLst>
</file>

<file path=ppt/tags/tag151.xml><?xml version="1.0" encoding="utf-8"?>
<p:tagLst xmlns:p="http://schemas.openxmlformats.org/presentationml/2006/main">
  <p:tag name="KSO_WM_UNIT_TEXT" val="Customer Managed Key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SLIDE_TYPE" val="text"/>
  <p:tag name="KSO_WM_BEAUTIFY_FLAG" val="#wm#"/>
</p:tagLst>
</file>

<file path=ppt/tags/tag155.xml><?xml version="1.0" encoding="utf-8"?>
<p:tagLst xmlns:p="http://schemas.openxmlformats.org/presentationml/2006/main">
  <p:tag name="KSO_WM_UNIT_TEXT" val="AWS Managed Key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8.xml><?xml version="1.0" encoding="utf-8"?>
<p:tagLst xmlns:p="http://schemas.openxmlformats.org/presentationml/2006/main">
  <p:tag name="KSO_WM_SLIDE_TYPE" val="text"/>
  <p:tag name="KSO_WM_BEAUTIFY_FLAG" val="#wm#"/>
</p:tagLst>
</file>

<file path=ppt/tags/tag159.xml><?xml version="1.0" encoding="utf-8"?>
<p:tagLst xmlns:p="http://schemas.openxmlformats.org/presentationml/2006/main">
  <p:tag name="KSO_WM_UNIT_TEXT" val="Integration with AWS Serv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SLIDE_TYPE" val="text"/>
  <p:tag name="KSO_WM_BEAUTIFY_FLAG" val="#wm#"/>
</p:tagLst>
</file>

<file path=ppt/tags/tag163.xml><?xml version="1.0" encoding="utf-8"?>
<p:tagLst xmlns:p="http://schemas.openxmlformats.org/presentationml/2006/main">
  <p:tag name="KSO_WM_UNIT_TEXT" val="Security Featur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SLIDE_TYPE" val="text"/>
  <p:tag name="KSO_WM_BEAUTIFY_FLAG" val="#wm#"/>
</p:tagLst>
</file>

<file path=ppt/tags/tag167.xml><?xml version="1.0" encoding="utf-8"?>
<p:tagLst xmlns:p="http://schemas.openxmlformats.org/presentationml/2006/main">
  <p:tag name="KSO_WM_UNIT_TEXT" val="Monitoring and Audit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0.xml><?xml version="1.0" encoding="utf-8"?>
<p:tagLst xmlns:p="http://schemas.openxmlformats.org/presentationml/2006/main">
  <p:tag name="KSO_WM_SLIDE_TYPE" val="text"/>
  <p:tag name="KSO_WM_BEAUTIFY_FLAG" val="#wm#"/>
</p:tagLst>
</file>

<file path=ppt/tags/tag171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SLIDE_TYPE" val="text"/>
  <p:tag name="KSO_WM_BEAUTIFY_FLAG" val="#wm#"/>
</p:tagLst>
</file>

<file path=ppt/tags/tag175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8.xml><?xml version="1.0" encoding="utf-8"?>
<p:tagLst xmlns:p="http://schemas.openxmlformats.org/presentationml/2006/main">
  <p:tag name="KSO_WM_SLIDE_TYPE" val="text"/>
  <p:tag name="KSO_WM_BEAUTIFY_FLAG" val="#wm#"/>
</p:tagLst>
</file>

<file path=ppt/tags/tag179.xml><?xml version="1.0" encoding="utf-8"?>
<p:tagLst xmlns:p="http://schemas.openxmlformats.org/presentationml/2006/main">
  <p:tag name="KSO_WM_UNIT_TEXT" val="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2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1581</Words>
  <Application>WPS Presentation</Application>
  <PresentationFormat>On-screen Show (4:3)</PresentationFormat>
  <Paragraphs>94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江城圆体 400W</vt:lpstr>
      <vt:lpstr>Charis SIL</vt:lpstr>
      <vt:lpstr>Segoe Print</vt:lpstr>
      <vt:lpstr>Crimson Text SemiBold</vt:lpstr>
      <vt:lpstr>Office Theme</vt:lpstr>
      <vt:lpstr>1_Office Theme</vt:lpstr>
      <vt:lpstr>The title goes here</vt:lpstr>
      <vt:lpstr>Introduction to AWS KMS</vt:lpstr>
      <vt:lpstr>What is Encryption?</vt:lpstr>
      <vt:lpstr>Why AWS KMS?</vt:lpstr>
      <vt:lpstr>Features of AWS KMS</vt:lpstr>
      <vt:lpstr>Types of Keys in KMS</vt:lpstr>
      <vt:lpstr>How AWS KMS Works</vt:lpstr>
      <vt:lpstr>Customer Managed Keys</vt:lpstr>
      <vt:lpstr>AWS Managed Keys</vt:lpstr>
      <vt:lpstr>Integration with AWS Services</vt:lpstr>
      <vt:lpstr>Security Features</vt:lpstr>
      <vt:lpstr>Monitoring and Auditing</vt:lpstr>
      <vt:lpstr>Real-Time Use Case</vt:lpstr>
      <vt:lpstr>Advantages</vt:lpstr>
      <vt:lpstr>Limitations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pinky Addabottu</cp:lastModifiedBy>
  <cp:revision>2</cp:revision>
  <dcterms:created xsi:type="dcterms:W3CDTF">2013-01-27T09:14:00Z</dcterms:created>
  <dcterms:modified xsi:type="dcterms:W3CDTF">2026-05-11T17:41:00Z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0957521EC3234E08B5E3FD8035CF1BC9_13</vt:lpwstr>
  </property>
</Properties>
</file>