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3.png"/><Relationship Id="rId2" Type="http://schemas.openxmlformats.org/officeDocument/2006/relationships/tags" Target="../tags/tag15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7.xml"/><Relationship Id="rId7" Type="http://schemas.openxmlformats.org/officeDocument/2006/relationships/image" Target="../media/image8.png"/><Relationship Id="rId6" Type="http://schemas.openxmlformats.org/officeDocument/2006/relationships/tags" Target="../tags/tag26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2.png"/><Relationship Id="rId5" Type="http://schemas.openxmlformats.org/officeDocument/2006/relationships/tags" Target="../tags/tag64.xml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0" y="0"/>
            <a:ext cx="9127370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73791" y="606425"/>
            <a:ext cx="815816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7"/>
            </p:custDataLst>
          </p:nvPr>
        </p:nvSpPr>
        <p:spPr>
          <a:xfrm>
            <a:off x="6746033" y="4309110"/>
            <a:ext cx="1618823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4488656" y="3815715"/>
            <a:ext cx="3922395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05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3213735" y="984885"/>
            <a:ext cx="5197316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9143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57686" y="1054100"/>
            <a:ext cx="481965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142673" y="3277235"/>
            <a:ext cx="336709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968139" y="4663440"/>
            <a:ext cx="614363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591502" y="835660"/>
            <a:ext cx="5701529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95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" y="0"/>
            <a:ext cx="9136856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482114" y="2189480"/>
            <a:ext cx="585311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873240" y="1170305"/>
            <a:ext cx="481965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526732" y="2189480"/>
            <a:ext cx="5103360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521970" y="1301750"/>
            <a:ext cx="399288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4629150" y="1301750"/>
            <a:ext cx="399288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1732" y="360000"/>
            <a:ext cx="8100298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197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52197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4629150" y="1301750"/>
            <a:ext cx="399288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4629150" y="1875099"/>
            <a:ext cx="3992880" cy="4300276"/>
          </a:xfrm>
        </p:spPr>
        <p:txBody>
          <a:bodyPr wrap="square">
            <a:normAutofit/>
          </a:bodyPr>
          <a:lstStyle>
            <a:lvl1pPr>
              <a:defRPr sz="165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521970" y="360045"/>
            <a:ext cx="8101489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1732" y="360000"/>
            <a:ext cx="8099315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1970" y="1301750"/>
            <a:ext cx="809931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343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73791" y="606425"/>
            <a:ext cx="815816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6732037" y="4321810"/>
            <a:ext cx="1632818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3794760" y="2042795"/>
            <a:ext cx="4616291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59000" y="6314400"/>
            <a:ext cx="2025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14400"/>
            <a:ext cx="297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658200" y="6314400"/>
            <a:ext cx="2025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image" Target="../media/image9.png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9713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521970" y="6356350"/>
            <a:ext cx="20574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6565487" y="6356350"/>
            <a:ext cx="20574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521970" y="360000"/>
            <a:ext cx="81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24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占位符 5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6746033" y="4089083"/>
            <a:ext cx="1618823" cy="383780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9" name="文本占位符 7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>
          <a:prstGeom prst="rect">
            <a:avLst/>
          </a:prstGeom>
          <a:noFill/>
        </p:spPr>
        <p:txBody>
          <a:bodyPr/>
          <a:p>
            <a:r>
              <a:rPr lang="en-US"/>
              <a:t>AWS Cloud Presentation</a:t>
            </a:r>
            <a:endParaRPr lang="en-US"/>
          </a:p>
        </p:txBody>
      </p:sp>
      <p:sp>
        <p:nvSpPr>
          <p:cNvPr id="10" name="标题 3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2444115" y="1595914"/>
            <a:ext cx="5966936" cy="2123123"/>
          </a:xfrm>
        </p:spPr>
        <p:txBody>
          <a:bodyPr/>
          <a:lstStyle/>
          <a:p>
            <a:endParaRPr lang="en-US" altLang="zh-CN" dirty="0">
              <a:ea typeface="+mj-ea"/>
            </a:endParaRPr>
          </a:p>
        </p:txBody>
      </p:sp>
      <p:sp>
        <p:nvSpPr>
          <p:cNvPr id="7" name="Title 5"/>
          <p:cNvSpPr>
            <a:spLocks noGrp="1"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>
              <a:buNone/>
            </a:pPr>
            <a:r>
              <a:rPr>
                <a:solidFill>
                  <a:schemeClr val="tx1"/>
                </a:solidFill>
                <a:cs typeface="Arial" panose="020B0604020202020204" pitchFamily="34" charset="0"/>
              </a:rPr>
              <a:t>Amazon API Gateway</a:t>
            </a:r>
            <a:endParaRPr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Introduction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Amazon API Gateway is a fully managed AWS service used to create, publish, monitor, maintain, and secure APIs.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What is an API?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API stands for Application Programming Interface.</a:t>
            </a:r>
            <a:endParaRPr>
              <a:solidFill>
                <a:schemeClr val="tx1"/>
              </a:solidFill>
            </a:endParaRPr>
          </a:p>
          <a:p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It allows communication between applications and services.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Why Use API Gateway?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Easy API management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Secure communication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Scalable architecture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Monitoring and logging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Serverless integration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Types of APIs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1. REST API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2. HTTP API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3. WebSocket API</a:t>
            </a:r>
            <a:endParaRPr>
              <a:solidFill>
                <a:schemeClr val="tx1"/>
              </a:solidFill>
            </a:endParaRPr>
          </a:p>
          <a:p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Each API type supports different communication methods.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How API Gateway Works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1. Client sends request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2. API Gateway receives request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3. Gateway forwards request to backend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4. Backend processes request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5. Response returned to client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API Gateway Architecture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Client → API Gateway → Lambda/EC2 → Database</a:t>
            </a:r>
            <a:endParaRPr>
              <a:solidFill>
                <a:schemeClr val="tx1"/>
              </a:solidFill>
            </a:endParaRPr>
          </a:p>
          <a:p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API Gateway acts as an entry point for applications.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Integration with AWS Services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AWS Lambda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EC2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DynamoDB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S3 Bucket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CloudWatch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Security Features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IAM Authentication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API Keys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AWS WAF Integration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SSL/TLS Encryption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Resource Policies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Monitoring and Logging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Amazon CloudWatch helps monitor API requests, errors, latency, and traffic.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Real-Time Use Case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Food Delivery App:</a:t>
            </a:r>
            <a:endParaRPr>
              <a:solidFill>
                <a:schemeClr val="tx1"/>
              </a:solidFill>
            </a:endParaRPr>
          </a:p>
          <a:p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Customer request → API Gateway → Lambda → Database → Response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Advantages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Fully Managed Service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High Availability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Auto Scaling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Cost Effective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Easy Deployment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Limitations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Request timeout limits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Additional cost for heavy traffic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Complex configurations for beginners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Best Practices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chemeClr val="tx1"/>
                </a:solidFill>
              </a:rPr>
              <a:t> Enable API caching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Use authentication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Monitor APIs regularly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 Enable throttling for security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ea typeface="+mj-ea"/>
                <a:cs typeface="+mn-ea"/>
                <a:sym typeface="+mn-ea"/>
              </a:rPr>
              <a:t>Conclusion</a:t>
            </a:r>
            <a:endParaRPr>
              <a:ea typeface="+mj-ea"/>
              <a:cs typeface="+mn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49"/>
            <a:ext cx="81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Amazon API Gateway helps developers build secure, scalable, and reliable APIs for modern cloud applications.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7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79"/>
</p:tagLst>
</file>

<file path=ppt/tags/tag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9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Name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7979_1*f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CONTENT_GROUP_TYPE" val="contentchip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79_1*a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62.85&quot;,&quot;top&quot;:&quot;118.75&quot;,&quot;width&quot;:&quot;459.25&quot;,&quot;height&quot;:&quot;265.1&quot;}"/>
  <p:tag name="KSO_WM_SLIDE_ID" val="custom2023797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79"/>
  <p:tag name="KSO_WM_SLIDE_LAYOUT" val="a_b_f"/>
  <p:tag name="KSO_WM_SLIDE_LAYOUT_CNT" val="1_1_1"/>
  <p:tag name="KSO_WM_SLIDE_THEME_ID" val="3302786"/>
  <p:tag name="KSO_WM_SLIDE_THEME_NAME" val="Blue Chinoiserie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6.xml><?xml version="1.0" encoding="utf-8"?>
<p:tagLst xmlns:p="http://schemas.openxmlformats.org/presentationml/2006/main">
  <p:tag name="KSO_WM_SLIDE_TYPE" val="text"/>
  <p:tag name="KSO_WM_BEAUTIFY_FLAG" val="#wm#"/>
</p:tagLst>
</file>

<file path=ppt/tags/tag87.xml><?xml version="1.0" encoding="utf-8"?>
<p:tagLst xmlns:p="http://schemas.openxmlformats.org/presentationml/2006/main">
  <p:tag name="KSO_WM_UNIT_TEXT" val="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0.xml><?xml version="1.0" encoding="utf-8"?>
<p:tagLst xmlns:p="http://schemas.openxmlformats.org/presentationml/2006/main">
  <p:tag name="KSO_WM_SLIDE_TYPE" val="text"/>
  <p:tag name="KSO_WM_BEAUTIFY_FLAG" val="#wm#"/>
</p:tagLst>
</file>

<file path=ppt/tags/tag91.xml><?xml version="1.0" encoding="utf-8"?>
<p:tagLst xmlns:p="http://schemas.openxmlformats.org/presentationml/2006/main">
  <p:tag name="KSO_WM_UNIT_TEXT" val="What is an API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TEXT" val="Why Use API Gateway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</p:tagLst>
</file>

<file path=ppt/tags/tag99.xml><?xml version="1.0" encoding="utf-8"?>
<p:tagLst xmlns:p="http://schemas.openxmlformats.org/presentationml/2006/main">
  <p:tag name="KSO_WM_UNIT_TEXT" val="Types of API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2.xml><?xml version="1.0" encoding="utf-8"?>
<p:tagLst xmlns:p="http://schemas.openxmlformats.org/presentationml/2006/main">
  <p:tag name="KSO_WM_SLIDE_TYPE" val="text"/>
  <p:tag name="KSO_WM_BEAUTIFY_FLAG" val="#wm#"/>
</p:tagLst>
</file>

<file path=ppt/tags/tag103.xml><?xml version="1.0" encoding="utf-8"?>
<p:tagLst xmlns:p="http://schemas.openxmlformats.org/presentationml/2006/main">
  <p:tag name="KSO_WM_UNIT_TEXT" val="How API Gateway Work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6.xml><?xml version="1.0" encoding="utf-8"?>
<p:tagLst xmlns:p="http://schemas.openxmlformats.org/presentationml/2006/main">
  <p:tag name="KSO_WM_SLIDE_TYPE" val="text"/>
  <p:tag name="KSO_WM_BEAUTIFY_FLAG" val="#wm#"/>
</p:tagLst>
</file>

<file path=ppt/tags/tag107.xml><?xml version="1.0" encoding="utf-8"?>
<p:tagLst xmlns:p="http://schemas.openxmlformats.org/presentationml/2006/main">
  <p:tag name="KSO_WM_UNIT_TEXT" val="API Gateway Architectur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0.xml><?xml version="1.0" encoding="utf-8"?>
<p:tagLst xmlns:p="http://schemas.openxmlformats.org/presentationml/2006/main">
  <p:tag name="KSO_WM_SLIDE_TYPE" val="text"/>
  <p:tag name="KSO_WM_BEAUTIFY_FLAG" val="#wm#"/>
</p:tagLst>
</file>

<file path=ppt/tags/tag111.xml><?xml version="1.0" encoding="utf-8"?>
<p:tagLst xmlns:p="http://schemas.openxmlformats.org/presentationml/2006/main">
  <p:tag name="KSO_WM_UNIT_TEXT" val="Integration with AWS Servi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4.xml><?xml version="1.0" encoding="utf-8"?>
<p:tagLst xmlns:p="http://schemas.openxmlformats.org/presentationml/2006/main">
  <p:tag name="KSO_WM_SLIDE_TYPE" val="text"/>
  <p:tag name="KSO_WM_BEAUTIFY_FLAG" val="#wm#"/>
</p:tagLst>
</file>

<file path=ppt/tags/tag115.xml><?xml version="1.0" encoding="utf-8"?>
<p:tagLst xmlns:p="http://schemas.openxmlformats.org/presentationml/2006/main">
  <p:tag name="KSO_WM_UNIT_TEXT" val="Security Featur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18.xml><?xml version="1.0" encoding="utf-8"?>
<p:tagLst xmlns:p="http://schemas.openxmlformats.org/presentationml/2006/main">
  <p:tag name="KSO_WM_SLIDE_TYPE" val="text"/>
  <p:tag name="KSO_WM_BEAUTIFY_FLAG" val="#wm#"/>
</p:tagLst>
</file>

<file path=ppt/tags/tag119.xml><?xml version="1.0" encoding="utf-8"?>
<p:tagLst xmlns:p="http://schemas.openxmlformats.org/presentationml/2006/main">
  <p:tag name="KSO_WM_UNIT_TEXT" val="Monitoring and Logg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22.xml><?xml version="1.0" encoding="utf-8"?>
<p:tagLst xmlns:p="http://schemas.openxmlformats.org/presentationml/2006/main">
  <p:tag name="KSO_WM_SLIDE_TYPE" val="text"/>
  <p:tag name="KSO_WM_BEAUTIFY_FLAG" val="#wm#"/>
</p:tagLst>
</file>

<file path=ppt/tags/tag123.xml><?xml version="1.0" encoding="utf-8"?>
<p:tagLst xmlns:p="http://schemas.openxmlformats.org/presentationml/2006/main">
  <p:tag name="KSO_WM_UNIT_TEXT" val="Real-Time Use Cas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SLIDE_TYPE" val="text"/>
  <p:tag name="KSO_WM_BEAUTIFY_FLAG" val="#wm#"/>
</p:tagLst>
</file>

<file path=ppt/tags/tag127.xml><?xml version="1.0" encoding="utf-8"?>
<p:tagLst xmlns:p="http://schemas.openxmlformats.org/presentationml/2006/main">
  <p:tag name="KSO_WM_UNIT_TEXT" val="Advanta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SLIDE_TYPE" val="text"/>
  <p:tag name="KSO_WM_BEAUTIFY_FLAG" val="#wm#"/>
</p:tagLst>
</file>

<file path=ppt/tags/tag131.xml><?xml version="1.0" encoding="utf-8"?>
<p:tagLst xmlns:p="http://schemas.openxmlformats.org/presentationml/2006/main">
  <p:tag name="KSO_WM_UNIT_TEXT" val="Limitation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34.xml><?xml version="1.0" encoding="utf-8"?>
<p:tagLst xmlns:p="http://schemas.openxmlformats.org/presentationml/2006/main">
  <p:tag name="KSO_WM_SLIDE_TYPE" val="text"/>
  <p:tag name="KSO_WM_BEAUTIFY_FLAG" val="#wm#"/>
</p:tagLst>
</file>

<file path=ppt/tags/tag135.xml><?xml version="1.0" encoding="utf-8"?>
<p:tagLst xmlns:p="http://schemas.openxmlformats.org/presentationml/2006/main">
  <p:tag name="KSO_WM_UNIT_TEXT" val="Best Practi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WPS Presentation</Application>
  <PresentationFormat>On-screen Show (4:3)</PresentationFormat>
  <Paragraphs>98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Crimson Text SemiBold</vt:lpstr>
      <vt:lpstr>Segoe Print</vt:lpstr>
      <vt:lpstr>Charis SIL</vt:lpstr>
      <vt:lpstr>Office Theme</vt:lpstr>
      <vt:lpstr>1_Office Theme</vt:lpstr>
      <vt:lpstr>Click to add title</vt:lpstr>
      <vt:lpstr>Introduction</vt:lpstr>
      <vt:lpstr>What is an API?</vt:lpstr>
      <vt:lpstr>Why Use API Gateway?</vt:lpstr>
      <vt:lpstr>Types of APIs</vt:lpstr>
      <vt:lpstr>How API Gateway Works</vt:lpstr>
      <vt:lpstr>API Gateway Architecture</vt:lpstr>
      <vt:lpstr>Integration with AWS Services</vt:lpstr>
      <vt:lpstr>Security Features</vt:lpstr>
      <vt:lpstr>Monitoring and Logging</vt:lpstr>
      <vt:lpstr>Real-Time Use Case</vt:lpstr>
      <vt:lpstr>Advantages</vt:lpstr>
      <vt:lpstr>Limitations</vt:lpstr>
      <vt:lpstr>Best Practices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pinky Addabottu</cp:lastModifiedBy>
  <cp:revision>2</cp:revision>
  <dcterms:created xsi:type="dcterms:W3CDTF">2013-01-27T09:14:00Z</dcterms:created>
  <dcterms:modified xsi:type="dcterms:W3CDTF">2026-05-11T17:23:28Z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92528F8B66E4482F9B72D3B5E9707326_13</vt:lpwstr>
  </property>
</Properties>
</file>