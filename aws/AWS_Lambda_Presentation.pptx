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microsoft.com/office/2007/relationships/hdphoto" Target="../media/image4.wdp"/><Relationship Id="rId7" Type="http://schemas.openxmlformats.org/officeDocument/2006/relationships/image" Target="../media/image3.png"/><Relationship Id="rId6" Type="http://schemas.openxmlformats.org/officeDocument/2006/relationships/tags" Target="../tags/tag3.xml"/><Relationship Id="rId5" Type="http://schemas.microsoft.com/office/2007/relationships/hdphoto" Target="../media/image2.wdp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1.xml"/><Relationship Id="rId16" Type="http://schemas.openxmlformats.org/officeDocument/2006/relationships/tags" Target="../tags/tag10.xml"/><Relationship Id="rId15" Type="http://schemas.openxmlformats.org/officeDocument/2006/relationships/tags" Target="../tags/tag9.xml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tags" Target="../tags/tag6.xml"/><Relationship Id="rId11" Type="http://schemas.openxmlformats.org/officeDocument/2006/relationships/image" Target="../media/image5.png"/><Relationship Id="rId10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image" Target="../media/image8.png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microsoft.com/office/2007/relationships/hdphoto" Target="../media/image7.wdp"/><Relationship Id="rId3" Type="http://schemas.openxmlformats.org/officeDocument/2006/relationships/image" Target="../media/image6.png"/><Relationship Id="rId2" Type="http://schemas.openxmlformats.org/officeDocument/2006/relationships/tags" Target="../tags/tag17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image" Target="../media/image11.png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image" Target="../media/image10.png"/><Relationship Id="rId4" Type="http://schemas.openxmlformats.org/officeDocument/2006/relationships/tags" Target="../tags/tag26.xml"/><Relationship Id="rId3" Type="http://schemas.openxmlformats.org/officeDocument/2006/relationships/image" Target="../media/image9.png"/><Relationship Id="rId2" Type="http://schemas.openxmlformats.org/officeDocument/2006/relationships/tags" Target="../tags/tag25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microsoft.com/office/2007/relationships/hdphoto" Target="../media/image4.wdp"/><Relationship Id="rId8" Type="http://schemas.openxmlformats.org/officeDocument/2006/relationships/image" Target="../media/image3.png"/><Relationship Id="rId7" Type="http://schemas.openxmlformats.org/officeDocument/2006/relationships/tags" Target="../tags/tag67.xml"/><Relationship Id="rId6" Type="http://schemas.microsoft.com/office/2007/relationships/hdphoto" Target="../media/image2.wdp"/><Relationship Id="rId5" Type="http://schemas.openxmlformats.org/officeDocument/2006/relationships/image" Target="../media/image1.png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image" Target="../media/image5.png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gradFill flip="none" rotWithShape="1">
            <a:gsLst>
              <a:gs pos="59000">
                <a:schemeClr val="bg2">
                  <a:alpha val="0"/>
                </a:schemeClr>
              </a:gs>
              <a:gs pos="0">
                <a:schemeClr val="bg2">
                  <a:alpha val="99000"/>
                </a:schemeClr>
              </a:gs>
              <a:gs pos="100000">
                <a:schemeClr val="bg2">
                  <a:lumMod val="90000"/>
                  <a:alpha val="27000"/>
                </a:schemeClr>
              </a:gs>
            </a:gsLst>
            <a:lin ang="19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alphaModFix amt="28000"/>
            <a:duotone>
              <a:prstClr val="black"/>
              <a:schemeClr val="accent1">
                <a:lumMod val="60000"/>
                <a:lumOff val="4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689801"/>
            <a:ext cx="9144000" cy="3305556"/>
          </a:xfrm>
          <a:prstGeom prst="rect">
            <a:avLst/>
          </a:prstGeom>
          <a:effectLst>
            <a:softEdge rad="0"/>
          </a:effectLst>
        </p:spPr>
      </p:pic>
      <p:pic>
        <p:nvPicPr>
          <p:cNvPr id="6" name="图片 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duotone>
              <a:prstClr val="black"/>
              <a:schemeClr val="accent1">
                <a:lumMod val="60000"/>
                <a:lumOff val="4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8800"/>
            <a:ext cx="9144000" cy="3307556"/>
          </a:xfrm>
          <a:prstGeom prst="rect">
            <a:avLst/>
          </a:prstGeom>
        </p:spPr>
      </p:pic>
      <p:sp>
        <p:nvSpPr>
          <p:cNvPr id="23" name="图形 21"/>
          <p:cNvSpPr/>
          <p:nvPr>
            <p:custDataLst>
              <p:tags r:id="rId9"/>
            </p:custDataLst>
          </p:nvPr>
        </p:nvSpPr>
        <p:spPr>
          <a:xfrm>
            <a:off x="2145908" y="3768285"/>
            <a:ext cx="7169543" cy="2130071"/>
          </a:xfrm>
          <a:custGeom>
            <a:avLst/>
            <a:gdLst>
              <a:gd name="connsiteX0" fmla="*/ 0 w 9464139"/>
              <a:gd name="connsiteY0" fmla="*/ 3103598 h 3103598"/>
              <a:gd name="connsiteX1" fmla="*/ 3653356 w 9464139"/>
              <a:gd name="connsiteY1" fmla="*/ 136216 h 3103598"/>
              <a:gd name="connsiteX2" fmla="*/ 8901332 w 9464139"/>
              <a:gd name="connsiteY2" fmla="*/ 0 h 3103598"/>
              <a:gd name="connsiteX3" fmla="*/ 9464140 w 9464139"/>
              <a:gd name="connsiteY3" fmla="*/ 2829536 h 3103598"/>
              <a:gd name="connsiteX0-1" fmla="*/ 0 w 7311490"/>
              <a:gd name="connsiteY0-2" fmla="*/ 1770098 h 2834342"/>
              <a:gd name="connsiteX1-3" fmla="*/ 1500706 w 7311490"/>
              <a:gd name="connsiteY1-4" fmla="*/ 136216 h 2834342"/>
              <a:gd name="connsiteX2-5" fmla="*/ 6748682 w 7311490"/>
              <a:gd name="connsiteY2-6" fmla="*/ 0 h 2834342"/>
              <a:gd name="connsiteX3-7" fmla="*/ 7311490 w 7311490"/>
              <a:gd name="connsiteY3-8" fmla="*/ 2829536 h 2834342"/>
              <a:gd name="connsiteX4" fmla="*/ 0 w 7311490"/>
              <a:gd name="connsiteY4" fmla="*/ 1770098 h 2834342"/>
              <a:gd name="connsiteX0-9" fmla="*/ 0 w 9997540"/>
              <a:gd name="connsiteY0-10" fmla="*/ 2874998 h 2874998"/>
              <a:gd name="connsiteX1-11" fmla="*/ 4186756 w 9997540"/>
              <a:gd name="connsiteY1-12" fmla="*/ 136216 h 2874998"/>
              <a:gd name="connsiteX2-13" fmla="*/ 9434732 w 9997540"/>
              <a:gd name="connsiteY2-14" fmla="*/ 0 h 2874998"/>
              <a:gd name="connsiteX3-15" fmla="*/ 9997540 w 9997540"/>
              <a:gd name="connsiteY3-16" fmla="*/ 2829536 h 2874998"/>
              <a:gd name="connsiteX4-17" fmla="*/ 0 w 9997540"/>
              <a:gd name="connsiteY4-18" fmla="*/ 2874998 h 2874998"/>
              <a:gd name="connsiteX0-19" fmla="*/ 0 w 9997540"/>
              <a:gd name="connsiteY0-20" fmla="*/ 2874998 h 2874998"/>
              <a:gd name="connsiteX1-21" fmla="*/ 4186756 w 9997540"/>
              <a:gd name="connsiteY1-22" fmla="*/ 136216 h 2874998"/>
              <a:gd name="connsiteX2-23" fmla="*/ 9434732 w 9997540"/>
              <a:gd name="connsiteY2-24" fmla="*/ 0 h 2874998"/>
              <a:gd name="connsiteX3-25" fmla="*/ 9997540 w 9997540"/>
              <a:gd name="connsiteY3-26" fmla="*/ 2829536 h 2874998"/>
              <a:gd name="connsiteX4-27" fmla="*/ 0 w 9997540"/>
              <a:gd name="connsiteY4-28" fmla="*/ 2874998 h 2874998"/>
              <a:gd name="connsiteX0-29" fmla="*/ 0 w 9787990"/>
              <a:gd name="connsiteY0-30" fmla="*/ 2874998 h 2874998"/>
              <a:gd name="connsiteX1-31" fmla="*/ 4186756 w 9787990"/>
              <a:gd name="connsiteY1-32" fmla="*/ 136216 h 2874998"/>
              <a:gd name="connsiteX2-33" fmla="*/ 9434732 w 9787990"/>
              <a:gd name="connsiteY2-34" fmla="*/ 0 h 2874998"/>
              <a:gd name="connsiteX3-35" fmla="*/ 9787990 w 9787990"/>
              <a:gd name="connsiteY3-36" fmla="*/ 2791436 h 2874998"/>
              <a:gd name="connsiteX4-37" fmla="*/ 0 w 9787990"/>
              <a:gd name="connsiteY4-38" fmla="*/ 2874998 h 2874998"/>
              <a:gd name="connsiteX0-39" fmla="*/ 0 w 9787990"/>
              <a:gd name="connsiteY0-40" fmla="*/ 2738782 h 2738782"/>
              <a:gd name="connsiteX1-41" fmla="*/ 4186756 w 9787990"/>
              <a:gd name="connsiteY1-42" fmla="*/ 0 h 2738782"/>
              <a:gd name="connsiteX2-43" fmla="*/ 9301382 w 9787990"/>
              <a:gd name="connsiteY2-44" fmla="*/ 35234 h 2738782"/>
              <a:gd name="connsiteX3-45" fmla="*/ 9787990 w 9787990"/>
              <a:gd name="connsiteY3-46" fmla="*/ 2655220 h 2738782"/>
              <a:gd name="connsiteX4-47" fmla="*/ 0 w 9787990"/>
              <a:gd name="connsiteY4-48" fmla="*/ 2738782 h 2738782"/>
              <a:gd name="connsiteX0-49" fmla="*/ 0 w 9787990"/>
              <a:gd name="connsiteY0-50" fmla="*/ 2703548 h 2703548"/>
              <a:gd name="connsiteX1-51" fmla="*/ 4434406 w 9787990"/>
              <a:gd name="connsiteY1-52" fmla="*/ 269566 h 2703548"/>
              <a:gd name="connsiteX2-53" fmla="*/ 9301382 w 9787990"/>
              <a:gd name="connsiteY2-54" fmla="*/ 0 h 2703548"/>
              <a:gd name="connsiteX3-55" fmla="*/ 9787990 w 9787990"/>
              <a:gd name="connsiteY3-56" fmla="*/ 2619986 h 2703548"/>
              <a:gd name="connsiteX4-57" fmla="*/ 0 w 9787990"/>
              <a:gd name="connsiteY4-58" fmla="*/ 2703548 h 2703548"/>
              <a:gd name="connsiteX0-59" fmla="*/ 0 w 9787990"/>
              <a:gd name="connsiteY0-60" fmla="*/ 2493998 h 2493998"/>
              <a:gd name="connsiteX1-61" fmla="*/ 4434406 w 9787990"/>
              <a:gd name="connsiteY1-62" fmla="*/ 60016 h 2493998"/>
              <a:gd name="connsiteX2-63" fmla="*/ 8748932 w 9787990"/>
              <a:gd name="connsiteY2-64" fmla="*/ 0 h 2493998"/>
              <a:gd name="connsiteX3-65" fmla="*/ 9787990 w 9787990"/>
              <a:gd name="connsiteY3-66" fmla="*/ 2410436 h 2493998"/>
              <a:gd name="connsiteX4-67" fmla="*/ 0 w 9787990"/>
              <a:gd name="connsiteY4-68" fmla="*/ 2493998 h 2493998"/>
              <a:gd name="connsiteX0-69" fmla="*/ 0 w 9787990"/>
              <a:gd name="connsiteY0-70" fmla="*/ 2669396 h 2669396"/>
              <a:gd name="connsiteX1-71" fmla="*/ 4434406 w 9787990"/>
              <a:gd name="connsiteY1-72" fmla="*/ 235414 h 2669396"/>
              <a:gd name="connsiteX2-73" fmla="*/ 8748932 w 9787990"/>
              <a:gd name="connsiteY2-74" fmla="*/ 175398 h 2669396"/>
              <a:gd name="connsiteX3-75" fmla="*/ 9787990 w 9787990"/>
              <a:gd name="connsiteY3-76" fmla="*/ 2585834 h 2669396"/>
              <a:gd name="connsiteX4-77" fmla="*/ 0 w 9787990"/>
              <a:gd name="connsiteY4-78" fmla="*/ 2669396 h 2669396"/>
              <a:gd name="connsiteX0-79" fmla="*/ 0 w 9787990"/>
              <a:gd name="connsiteY0-80" fmla="*/ 2669396 h 2669396"/>
              <a:gd name="connsiteX1-81" fmla="*/ 4434406 w 9787990"/>
              <a:gd name="connsiteY1-82" fmla="*/ 235414 h 2669396"/>
              <a:gd name="connsiteX2-83" fmla="*/ 8748932 w 9787990"/>
              <a:gd name="connsiteY2-84" fmla="*/ 175398 h 2669396"/>
              <a:gd name="connsiteX3-85" fmla="*/ 9787990 w 9787990"/>
              <a:gd name="connsiteY3-86" fmla="*/ 2585834 h 2669396"/>
              <a:gd name="connsiteX4-87" fmla="*/ 0 w 9787990"/>
              <a:gd name="connsiteY4-88" fmla="*/ 2669396 h 2669396"/>
              <a:gd name="connsiteX0-89" fmla="*/ 0 w 9787990"/>
              <a:gd name="connsiteY0-90" fmla="*/ 2880175 h 2880175"/>
              <a:gd name="connsiteX1-91" fmla="*/ 4434406 w 9787990"/>
              <a:gd name="connsiteY1-92" fmla="*/ 446193 h 2880175"/>
              <a:gd name="connsiteX2-93" fmla="*/ 8748932 w 9787990"/>
              <a:gd name="connsiteY2-94" fmla="*/ 386177 h 2880175"/>
              <a:gd name="connsiteX3-95" fmla="*/ 9787990 w 9787990"/>
              <a:gd name="connsiteY3-96" fmla="*/ 2796613 h 2880175"/>
              <a:gd name="connsiteX4-97" fmla="*/ 0 w 9787990"/>
              <a:gd name="connsiteY4-98" fmla="*/ 2880175 h 2880175"/>
              <a:gd name="connsiteX0-99" fmla="*/ 0 w 9787990"/>
              <a:gd name="connsiteY0-100" fmla="*/ 2880175 h 2880175"/>
              <a:gd name="connsiteX1-101" fmla="*/ 4434406 w 9787990"/>
              <a:gd name="connsiteY1-102" fmla="*/ 446193 h 2880175"/>
              <a:gd name="connsiteX2-103" fmla="*/ 8748932 w 9787990"/>
              <a:gd name="connsiteY2-104" fmla="*/ 386177 h 2880175"/>
              <a:gd name="connsiteX3-105" fmla="*/ 9787990 w 9787990"/>
              <a:gd name="connsiteY3-106" fmla="*/ 2796613 h 2880175"/>
              <a:gd name="connsiteX4-107" fmla="*/ 0 w 9787990"/>
              <a:gd name="connsiteY4-108" fmla="*/ 2880175 h 2880175"/>
              <a:gd name="connsiteX0-109" fmla="*/ 0 w 9787990"/>
              <a:gd name="connsiteY0-110" fmla="*/ 2880175 h 2880175"/>
              <a:gd name="connsiteX1-111" fmla="*/ 4434406 w 9787990"/>
              <a:gd name="connsiteY1-112" fmla="*/ 446193 h 2880175"/>
              <a:gd name="connsiteX2-113" fmla="*/ 8748932 w 9787990"/>
              <a:gd name="connsiteY2-114" fmla="*/ 386177 h 2880175"/>
              <a:gd name="connsiteX3-115" fmla="*/ 9787990 w 9787990"/>
              <a:gd name="connsiteY3-116" fmla="*/ 2796613 h 2880175"/>
              <a:gd name="connsiteX4-117" fmla="*/ 0 w 9787990"/>
              <a:gd name="connsiteY4-118" fmla="*/ 2880175 h 2880175"/>
              <a:gd name="connsiteX0-119" fmla="*/ 0 w 9787990"/>
              <a:gd name="connsiteY0-120" fmla="*/ 2840095 h 2840095"/>
              <a:gd name="connsiteX1-121" fmla="*/ 4434406 w 9787990"/>
              <a:gd name="connsiteY1-122" fmla="*/ 406113 h 2840095"/>
              <a:gd name="connsiteX2-123" fmla="*/ 8558432 w 9787990"/>
              <a:gd name="connsiteY2-124" fmla="*/ 441347 h 2840095"/>
              <a:gd name="connsiteX3-125" fmla="*/ 9787990 w 9787990"/>
              <a:gd name="connsiteY3-126" fmla="*/ 2756533 h 2840095"/>
              <a:gd name="connsiteX4-127" fmla="*/ 0 w 9787990"/>
              <a:gd name="connsiteY4-128" fmla="*/ 2840095 h 2840095"/>
              <a:gd name="connsiteX0-129" fmla="*/ 0 w 9787990"/>
              <a:gd name="connsiteY0-130" fmla="*/ 2840095 h 2840095"/>
              <a:gd name="connsiteX1-131" fmla="*/ 4434406 w 9787990"/>
              <a:gd name="connsiteY1-132" fmla="*/ 406113 h 2840095"/>
              <a:gd name="connsiteX2-133" fmla="*/ 8558432 w 9787990"/>
              <a:gd name="connsiteY2-134" fmla="*/ 441347 h 2840095"/>
              <a:gd name="connsiteX3-135" fmla="*/ 9787990 w 9787990"/>
              <a:gd name="connsiteY3-136" fmla="*/ 2756533 h 2840095"/>
              <a:gd name="connsiteX4-137" fmla="*/ 0 w 9787990"/>
              <a:gd name="connsiteY4-138" fmla="*/ 2840095 h 2840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9787990" h="2840095">
                <a:moveTo>
                  <a:pt x="0" y="2840095"/>
                </a:moveTo>
                <a:cubicBezTo>
                  <a:pt x="1478135" y="2028768"/>
                  <a:pt x="2822921" y="1198390"/>
                  <a:pt x="4434406" y="406113"/>
                </a:cubicBezTo>
                <a:cubicBezTo>
                  <a:pt x="5815431" y="-280642"/>
                  <a:pt x="7044057" y="23202"/>
                  <a:pt x="8558432" y="441347"/>
                </a:cubicBezTo>
                <a:cubicBezTo>
                  <a:pt x="9590585" y="1111476"/>
                  <a:pt x="9746437" y="2010204"/>
                  <a:pt x="9787990" y="2756533"/>
                </a:cubicBezTo>
                <a:cubicBezTo>
                  <a:pt x="6633277" y="2847887"/>
                  <a:pt x="4831113" y="2710641"/>
                  <a:pt x="0" y="284009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000"/>
            </a:schemeClr>
          </a:solidFill>
          <a:ln w="81537" cap="flat">
            <a:noFill/>
            <a:prstDash val="solid"/>
            <a:miter/>
          </a:ln>
          <a:effectLst>
            <a:glow>
              <a:schemeClr val="accent1">
                <a:lumMod val="60000"/>
                <a:lumOff val="40000"/>
              </a:schemeClr>
            </a:glow>
            <a:softEdge rad="444500"/>
          </a:effectLst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8" name="图片 27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8434"/>
            <a:ext cx="9144000" cy="33075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785813" y="2356425"/>
            <a:ext cx="7572375" cy="972563"/>
          </a:xfrm>
        </p:spPr>
        <p:txBody>
          <a:bodyPr anchor="t">
            <a:normAutofit/>
          </a:bodyPr>
          <a:lstStyle>
            <a:lvl1pPr algn="ctr">
              <a:lnSpc>
                <a:spcPct val="100000"/>
              </a:lnSpc>
              <a:defRPr sz="300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785813" y="1510546"/>
            <a:ext cx="7572375" cy="743962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sym typeface="Arial" panose="020B0604020202020204" pitchFamily="34" charset="0"/>
              </a:defRPr>
            </a:lvl1pPr>
            <a:lvl2pPr marL="342900" indent="0" algn="ctr">
              <a:buNone/>
              <a:defRPr sz="1500">
                <a:latin typeface="+mj-lt"/>
              </a:defRPr>
            </a:lvl2pPr>
            <a:lvl3pPr marL="685800" indent="0" algn="ctr">
              <a:buNone/>
              <a:defRPr sz="1350">
                <a:latin typeface="+mj-lt"/>
              </a:defRPr>
            </a:lvl3pPr>
            <a:lvl4pPr marL="1028700" indent="0" algn="ctr">
              <a:buNone/>
              <a:defRPr sz="1200">
                <a:latin typeface="+mj-lt"/>
              </a:defRPr>
            </a:lvl4pPr>
            <a:lvl5pPr marL="1371600" indent="0" algn="ctr">
              <a:buNone/>
              <a:defRPr sz="1200">
                <a:latin typeface="+mj-lt"/>
              </a:defRPr>
            </a:lvl5pPr>
            <a:lvl6pPr marL="1714500" indent="0" algn="ctr">
              <a:buNone/>
              <a:defRPr sz="1200">
                <a:latin typeface="+mj-lt"/>
              </a:defRPr>
            </a:lvl6pPr>
            <a:lvl7pPr marL="2057400" indent="0" algn="ctr">
              <a:buNone/>
              <a:defRPr sz="1200">
                <a:latin typeface="+mj-lt"/>
              </a:defRPr>
            </a:lvl7pPr>
            <a:lvl8pPr marL="2400300" indent="0" algn="ctr">
              <a:buNone/>
              <a:defRPr sz="1200">
                <a:latin typeface="+mj-lt"/>
              </a:defRPr>
            </a:lvl8pPr>
            <a:lvl9pPr marL="2743200" indent="0" algn="ctr">
              <a:buNone/>
              <a:defRPr sz="12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85813" y="3435386"/>
            <a:ext cx="7572375" cy="1550951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8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9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20"/>
            <p:custDataLst>
              <p:tags r:id="rId1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anchor="ctr" anchorCtr="0"/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80000"/>
            <a:duotone>
              <a:prstClr val="black"/>
              <a:schemeClr val="accent1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381" y="858441"/>
            <a:ext cx="9144000" cy="2135981"/>
          </a:xfrm>
          <a:prstGeom prst="rect">
            <a:avLst/>
          </a:prstGeom>
        </p:spPr>
      </p:pic>
      <p:sp>
        <p:nvSpPr>
          <p:cNvPr id="12" name="图形 21"/>
          <p:cNvSpPr/>
          <p:nvPr userDrawn="1">
            <p:custDataLst>
              <p:tags r:id="rId5"/>
            </p:custDataLst>
          </p:nvPr>
        </p:nvSpPr>
        <p:spPr>
          <a:xfrm flipV="1">
            <a:off x="1245795" y="560162"/>
            <a:ext cx="7169543" cy="2130071"/>
          </a:xfrm>
          <a:custGeom>
            <a:avLst/>
            <a:gdLst>
              <a:gd name="connsiteX0" fmla="*/ 0 w 9464139"/>
              <a:gd name="connsiteY0" fmla="*/ 3103598 h 3103598"/>
              <a:gd name="connsiteX1" fmla="*/ 3653356 w 9464139"/>
              <a:gd name="connsiteY1" fmla="*/ 136216 h 3103598"/>
              <a:gd name="connsiteX2" fmla="*/ 8901332 w 9464139"/>
              <a:gd name="connsiteY2" fmla="*/ 0 h 3103598"/>
              <a:gd name="connsiteX3" fmla="*/ 9464140 w 9464139"/>
              <a:gd name="connsiteY3" fmla="*/ 2829536 h 3103598"/>
              <a:gd name="connsiteX0-1" fmla="*/ 0 w 7311490"/>
              <a:gd name="connsiteY0-2" fmla="*/ 1770098 h 2834342"/>
              <a:gd name="connsiteX1-3" fmla="*/ 1500706 w 7311490"/>
              <a:gd name="connsiteY1-4" fmla="*/ 136216 h 2834342"/>
              <a:gd name="connsiteX2-5" fmla="*/ 6748682 w 7311490"/>
              <a:gd name="connsiteY2-6" fmla="*/ 0 h 2834342"/>
              <a:gd name="connsiteX3-7" fmla="*/ 7311490 w 7311490"/>
              <a:gd name="connsiteY3-8" fmla="*/ 2829536 h 2834342"/>
              <a:gd name="connsiteX4" fmla="*/ 0 w 7311490"/>
              <a:gd name="connsiteY4" fmla="*/ 1770098 h 2834342"/>
              <a:gd name="connsiteX0-9" fmla="*/ 0 w 9997540"/>
              <a:gd name="connsiteY0-10" fmla="*/ 2874998 h 2874998"/>
              <a:gd name="connsiteX1-11" fmla="*/ 4186756 w 9997540"/>
              <a:gd name="connsiteY1-12" fmla="*/ 136216 h 2874998"/>
              <a:gd name="connsiteX2-13" fmla="*/ 9434732 w 9997540"/>
              <a:gd name="connsiteY2-14" fmla="*/ 0 h 2874998"/>
              <a:gd name="connsiteX3-15" fmla="*/ 9997540 w 9997540"/>
              <a:gd name="connsiteY3-16" fmla="*/ 2829536 h 2874998"/>
              <a:gd name="connsiteX4-17" fmla="*/ 0 w 9997540"/>
              <a:gd name="connsiteY4-18" fmla="*/ 2874998 h 2874998"/>
              <a:gd name="connsiteX0-19" fmla="*/ 0 w 9997540"/>
              <a:gd name="connsiteY0-20" fmla="*/ 2874998 h 2874998"/>
              <a:gd name="connsiteX1-21" fmla="*/ 4186756 w 9997540"/>
              <a:gd name="connsiteY1-22" fmla="*/ 136216 h 2874998"/>
              <a:gd name="connsiteX2-23" fmla="*/ 9434732 w 9997540"/>
              <a:gd name="connsiteY2-24" fmla="*/ 0 h 2874998"/>
              <a:gd name="connsiteX3-25" fmla="*/ 9997540 w 9997540"/>
              <a:gd name="connsiteY3-26" fmla="*/ 2829536 h 2874998"/>
              <a:gd name="connsiteX4-27" fmla="*/ 0 w 9997540"/>
              <a:gd name="connsiteY4-28" fmla="*/ 2874998 h 2874998"/>
              <a:gd name="connsiteX0-29" fmla="*/ 0 w 9787990"/>
              <a:gd name="connsiteY0-30" fmla="*/ 2874998 h 2874998"/>
              <a:gd name="connsiteX1-31" fmla="*/ 4186756 w 9787990"/>
              <a:gd name="connsiteY1-32" fmla="*/ 136216 h 2874998"/>
              <a:gd name="connsiteX2-33" fmla="*/ 9434732 w 9787990"/>
              <a:gd name="connsiteY2-34" fmla="*/ 0 h 2874998"/>
              <a:gd name="connsiteX3-35" fmla="*/ 9787990 w 9787990"/>
              <a:gd name="connsiteY3-36" fmla="*/ 2791436 h 2874998"/>
              <a:gd name="connsiteX4-37" fmla="*/ 0 w 9787990"/>
              <a:gd name="connsiteY4-38" fmla="*/ 2874998 h 2874998"/>
              <a:gd name="connsiteX0-39" fmla="*/ 0 w 9787990"/>
              <a:gd name="connsiteY0-40" fmla="*/ 2738782 h 2738782"/>
              <a:gd name="connsiteX1-41" fmla="*/ 4186756 w 9787990"/>
              <a:gd name="connsiteY1-42" fmla="*/ 0 h 2738782"/>
              <a:gd name="connsiteX2-43" fmla="*/ 9301382 w 9787990"/>
              <a:gd name="connsiteY2-44" fmla="*/ 35234 h 2738782"/>
              <a:gd name="connsiteX3-45" fmla="*/ 9787990 w 9787990"/>
              <a:gd name="connsiteY3-46" fmla="*/ 2655220 h 2738782"/>
              <a:gd name="connsiteX4-47" fmla="*/ 0 w 9787990"/>
              <a:gd name="connsiteY4-48" fmla="*/ 2738782 h 2738782"/>
              <a:gd name="connsiteX0-49" fmla="*/ 0 w 9787990"/>
              <a:gd name="connsiteY0-50" fmla="*/ 2703548 h 2703548"/>
              <a:gd name="connsiteX1-51" fmla="*/ 4434406 w 9787990"/>
              <a:gd name="connsiteY1-52" fmla="*/ 269566 h 2703548"/>
              <a:gd name="connsiteX2-53" fmla="*/ 9301382 w 9787990"/>
              <a:gd name="connsiteY2-54" fmla="*/ 0 h 2703548"/>
              <a:gd name="connsiteX3-55" fmla="*/ 9787990 w 9787990"/>
              <a:gd name="connsiteY3-56" fmla="*/ 2619986 h 2703548"/>
              <a:gd name="connsiteX4-57" fmla="*/ 0 w 9787990"/>
              <a:gd name="connsiteY4-58" fmla="*/ 2703548 h 2703548"/>
              <a:gd name="connsiteX0-59" fmla="*/ 0 w 9787990"/>
              <a:gd name="connsiteY0-60" fmla="*/ 2493998 h 2493998"/>
              <a:gd name="connsiteX1-61" fmla="*/ 4434406 w 9787990"/>
              <a:gd name="connsiteY1-62" fmla="*/ 60016 h 2493998"/>
              <a:gd name="connsiteX2-63" fmla="*/ 8748932 w 9787990"/>
              <a:gd name="connsiteY2-64" fmla="*/ 0 h 2493998"/>
              <a:gd name="connsiteX3-65" fmla="*/ 9787990 w 9787990"/>
              <a:gd name="connsiteY3-66" fmla="*/ 2410436 h 2493998"/>
              <a:gd name="connsiteX4-67" fmla="*/ 0 w 9787990"/>
              <a:gd name="connsiteY4-68" fmla="*/ 2493998 h 2493998"/>
              <a:gd name="connsiteX0-69" fmla="*/ 0 w 9787990"/>
              <a:gd name="connsiteY0-70" fmla="*/ 2669396 h 2669396"/>
              <a:gd name="connsiteX1-71" fmla="*/ 4434406 w 9787990"/>
              <a:gd name="connsiteY1-72" fmla="*/ 235414 h 2669396"/>
              <a:gd name="connsiteX2-73" fmla="*/ 8748932 w 9787990"/>
              <a:gd name="connsiteY2-74" fmla="*/ 175398 h 2669396"/>
              <a:gd name="connsiteX3-75" fmla="*/ 9787990 w 9787990"/>
              <a:gd name="connsiteY3-76" fmla="*/ 2585834 h 2669396"/>
              <a:gd name="connsiteX4-77" fmla="*/ 0 w 9787990"/>
              <a:gd name="connsiteY4-78" fmla="*/ 2669396 h 2669396"/>
              <a:gd name="connsiteX0-79" fmla="*/ 0 w 9787990"/>
              <a:gd name="connsiteY0-80" fmla="*/ 2669396 h 2669396"/>
              <a:gd name="connsiteX1-81" fmla="*/ 4434406 w 9787990"/>
              <a:gd name="connsiteY1-82" fmla="*/ 235414 h 2669396"/>
              <a:gd name="connsiteX2-83" fmla="*/ 8748932 w 9787990"/>
              <a:gd name="connsiteY2-84" fmla="*/ 175398 h 2669396"/>
              <a:gd name="connsiteX3-85" fmla="*/ 9787990 w 9787990"/>
              <a:gd name="connsiteY3-86" fmla="*/ 2585834 h 2669396"/>
              <a:gd name="connsiteX4-87" fmla="*/ 0 w 9787990"/>
              <a:gd name="connsiteY4-88" fmla="*/ 2669396 h 2669396"/>
              <a:gd name="connsiteX0-89" fmla="*/ 0 w 9787990"/>
              <a:gd name="connsiteY0-90" fmla="*/ 2880175 h 2880175"/>
              <a:gd name="connsiteX1-91" fmla="*/ 4434406 w 9787990"/>
              <a:gd name="connsiteY1-92" fmla="*/ 446193 h 2880175"/>
              <a:gd name="connsiteX2-93" fmla="*/ 8748932 w 9787990"/>
              <a:gd name="connsiteY2-94" fmla="*/ 386177 h 2880175"/>
              <a:gd name="connsiteX3-95" fmla="*/ 9787990 w 9787990"/>
              <a:gd name="connsiteY3-96" fmla="*/ 2796613 h 2880175"/>
              <a:gd name="connsiteX4-97" fmla="*/ 0 w 9787990"/>
              <a:gd name="connsiteY4-98" fmla="*/ 2880175 h 2880175"/>
              <a:gd name="connsiteX0-99" fmla="*/ 0 w 9787990"/>
              <a:gd name="connsiteY0-100" fmla="*/ 2880175 h 2880175"/>
              <a:gd name="connsiteX1-101" fmla="*/ 4434406 w 9787990"/>
              <a:gd name="connsiteY1-102" fmla="*/ 446193 h 2880175"/>
              <a:gd name="connsiteX2-103" fmla="*/ 8748932 w 9787990"/>
              <a:gd name="connsiteY2-104" fmla="*/ 386177 h 2880175"/>
              <a:gd name="connsiteX3-105" fmla="*/ 9787990 w 9787990"/>
              <a:gd name="connsiteY3-106" fmla="*/ 2796613 h 2880175"/>
              <a:gd name="connsiteX4-107" fmla="*/ 0 w 9787990"/>
              <a:gd name="connsiteY4-108" fmla="*/ 2880175 h 2880175"/>
              <a:gd name="connsiteX0-109" fmla="*/ 0 w 9787990"/>
              <a:gd name="connsiteY0-110" fmla="*/ 2880175 h 2880175"/>
              <a:gd name="connsiteX1-111" fmla="*/ 4434406 w 9787990"/>
              <a:gd name="connsiteY1-112" fmla="*/ 446193 h 2880175"/>
              <a:gd name="connsiteX2-113" fmla="*/ 8748932 w 9787990"/>
              <a:gd name="connsiteY2-114" fmla="*/ 386177 h 2880175"/>
              <a:gd name="connsiteX3-115" fmla="*/ 9787990 w 9787990"/>
              <a:gd name="connsiteY3-116" fmla="*/ 2796613 h 2880175"/>
              <a:gd name="connsiteX4-117" fmla="*/ 0 w 9787990"/>
              <a:gd name="connsiteY4-118" fmla="*/ 2880175 h 2880175"/>
              <a:gd name="connsiteX0-119" fmla="*/ 0 w 9787990"/>
              <a:gd name="connsiteY0-120" fmla="*/ 2840095 h 2840095"/>
              <a:gd name="connsiteX1-121" fmla="*/ 4434406 w 9787990"/>
              <a:gd name="connsiteY1-122" fmla="*/ 406113 h 2840095"/>
              <a:gd name="connsiteX2-123" fmla="*/ 8558432 w 9787990"/>
              <a:gd name="connsiteY2-124" fmla="*/ 441347 h 2840095"/>
              <a:gd name="connsiteX3-125" fmla="*/ 9787990 w 9787990"/>
              <a:gd name="connsiteY3-126" fmla="*/ 2756533 h 2840095"/>
              <a:gd name="connsiteX4-127" fmla="*/ 0 w 9787990"/>
              <a:gd name="connsiteY4-128" fmla="*/ 2840095 h 2840095"/>
              <a:gd name="connsiteX0-129" fmla="*/ 0 w 9787990"/>
              <a:gd name="connsiteY0-130" fmla="*/ 2840095 h 2840095"/>
              <a:gd name="connsiteX1-131" fmla="*/ 4434406 w 9787990"/>
              <a:gd name="connsiteY1-132" fmla="*/ 406113 h 2840095"/>
              <a:gd name="connsiteX2-133" fmla="*/ 8558432 w 9787990"/>
              <a:gd name="connsiteY2-134" fmla="*/ 441347 h 2840095"/>
              <a:gd name="connsiteX3-135" fmla="*/ 9787990 w 9787990"/>
              <a:gd name="connsiteY3-136" fmla="*/ 2756533 h 2840095"/>
              <a:gd name="connsiteX4-137" fmla="*/ 0 w 9787990"/>
              <a:gd name="connsiteY4-138" fmla="*/ 2840095 h 2840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9787990" h="2840095">
                <a:moveTo>
                  <a:pt x="0" y="2840095"/>
                </a:moveTo>
                <a:cubicBezTo>
                  <a:pt x="1478135" y="2028768"/>
                  <a:pt x="2822921" y="1198390"/>
                  <a:pt x="4434406" y="406113"/>
                </a:cubicBezTo>
                <a:cubicBezTo>
                  <a:pt x="5815431" y="-280642"/>
                  <a:pt x="7044057" y="23202"/>
                  <a:pt x="8558432" y="441347"/>
                </a:cubicBezTo>
                <a:cubicBezTo>
                  <a:pt x="9590585" y="1111476"/>
                  <a:pt x="9746437" y="2010204"/>
                  <a:pt x="9787990" y="2756533"/>
                </a:cubicBezTo>
                <a:cubicBezTo>
                  <a:pt x="6633277" y="2847887"/>
                  <a:pt x="4831113" y="2710641"/>
                  <a:pt x="0" y="284009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000"/>
            </a:schemeClr>
          </a:solidFill>
          <a:ln w="81537" cap="flat">
            <a:noFill/>
            <a:prstDash val="solid"/>
            <a:miter/>
          </a:ln>
          <a:effectLst>
            <a:glow>
              <a:schemeClr val="accent1">
                <a:lumMod val="60000"/>
                <a:lumOff val="40000"/>
              </a:schemeClr>
            </a:glow>
            <a:softEdge rad="444500"/>
          </a:effectLst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6775"/>
            <a:ext cx="9141619" cy="2166189"/>
          </a:xfrm>
          <a:prstGeom prst="rect">
            <a:avLst/>
          </a:prstGeom>
        </p:spPr>
      </p:pic>
      <p:sp>
        <p:nvSpPr>
          <p:cNvPr id="4" name="矩形 3"/>
          <p:cNvSpPr/>
          <p:nvPr userDrawn="1">
            <p:custDataLst>
              <p:tags r:id="rId8"/>
            </p:custDataLst>
          </p:nvPr>
        </p:nvSpPr>
        <p:spPr>
          <a:xfrm>
            <a:off x="2381" y="856774"/>
            <a:ext cx="9141619" cy="5143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8000"/>
                </a:schemeClr>
              </a:gs>
              <a:gs pos="100000">
                <a:schemeClr val="accent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901304" y="1281150"/>
            <a:ext cx="5828109" cy="1219163"/>
          </a:xfrm>
        </p:spPr>
        <p:txBody>
          <a:bodyPr anchor="b">
            <a:normAutofit/>
          </a:bodyPr>
          <a:lstStyle>
            <a:lvl1pPr>
              <a:defRPr sz="3300">
                <a:solidFill>
                  <a:schemeClr val="accent1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4000"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857250"/>
            <a:ext cx="6722269" cy="51435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57250"/>
            <a:ext cx="6722269" cy="5143500"/>
          </a:xfrm>
          <a:prstGeom prst="rect">
            <a:avLst/>
          </a:prstGeom>
        </p:spPr>
      </p:pic>
      <p:sp>
        <p:nvSpPr>
          <p:cNvPr id="17" name="任意多边形: 形状 16"/>
          <p:cNvSpPr/>
          <p:nvPr userDrawn="1">
            <p:custDataLst>
              <p:tags r:id="rId6"/>
            </p:custDataLst>
          </p:nvPr>
        </p:nvSpPr>
        <p:spPr>
          <a:xfrm>
            <a:off x="4610" y="1848187"/>
            <a:ext cx="5176684" cy="4152563"/>
          </a:xfrm>
          <a:custGeom>
            <a:avLst/>
            <a:gdLst>
              <a:gd name="connsiteX0" fmla="*/ 0 w 6411247"/>
              <a:gd name="connsiteY0" fmla="*/ 0 h 5212988"/>
              <a:gd name="connsiteX1" fmla="*/ 3539613 w 6411247"/>
              <a:gd name="connsiteY1" fmla="*/ 0 h 5212988"/>
              <a:gd name="connsiteX2" fmla="*/ 3539613 w 6411247"/>
              <a:gd name="connsiteY2" fmla="*/ 129392 h 5212988"/>
              <a:gd name="connsiteX3" fmla="*/ 3768950 w 6411247"/>
              <a:gd name="connsiteY3" fmla="*/ 139399 h 5212988"/>
              <a:gd name="connsiteX4" fmla="*/ 6411247 w 6411247"/>
              <a:gd name="connsiteY4" fmla="*/ 2669628 h 5212988"/>
              <a:gd name="connsiteX5" fmla="*/ 3768950 w 6411247"/>
              <a:gd name="connsiteY5" fmla="*/ 5199857 h 5212988"/>
              <a:gd name="connsiteX6" fmla="*/ 3539613 w 6411247"/>
              <a:gd name="connsiteY6" fmla="*/ 5209864 h 5212988"/>
              <a:gd name="connsiteX7" fmla="*/ 3539613 w 6411247"/>
              <a:gd name="connsiteY7" fmla="*/ 5212988 h 5212988"/>
              <a:gd name="connsiteX8" fmla="*/ 3468022 w 6411247"/>
              <a:gd name="connsiteY8" fmla="*/ 5212988 h 5212988"/>
              <a:gd name="connsiteX9" fmla="*/ 0 w 6411247"/>
              <a:gd name="connsiteY9" fmla="*/ 5212988 h 5212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11247" h="5212988">
                <a:moveTo>
                  <a:pt x="0" y="0"/>
                </a:moveTo>
                <a:lnTo>
                  <a:pt x="3539613" y="0"/>
                </a:lnTo>
                <a:lnTo>
                  <a:pt x="3539613" y="129392"/>
                </a:lnTo>
                <a:lnTo>
                  <a:pt x="3768950" y="139399"/>
                </a:lnTo>
                <a:cubicBezTo>
                  <a:pt x="5253089" y="269645"/>
                  <a:pt x="6411247" y="1352760"/>
                  <a:pt x="6411247" y="2669628"/>
                </a:cubicBezTo>
                <a:cubicBezTo>
                  <a:pt x="6411247" y="3986496"/>
                  <a:pt x="5253089" y="5069612"/>
                  <a:pt x="3768950" y="5199857"/>
                </a:cubicBezTo>
                <a:lnTo>
                  <a:pt x="3539613" y="5209864"/>
                </a:lnTo>
                <a:lnTo>
                  <a:pt x="3539613" y="5212988"/>
                </a:lnTo>
                <a:lnTo>
                  <a:pt x="3468022" y="5212988"/>
                </a:lnTo>
                <a:lnTo>
                  <a:pt x="0" y="5212988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0000"/>
                  <a:lumOff val="40000"/>
                  <a:alpha val="0"/>
                </a:schemeClr>
              </a:gs>
              <a:gs pos="0">
                <a:schemeClr val="accent1">
                  <a:lumMod val="60000"/>
                  <a:lumOff val="40000"/>
                  <a:alpha val="13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softEdge rad="482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57250"/>
            <a:ext cx="6722269" cy="51435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2686050" y="4574550"/>
            <a:ext cx="5829300" cy="742613"/>
          </a:xfrm>
        </p:spPr>
        <p:txBody>
          <a:bodyPr anchor="b">
            <a:normAutofit/>
          </a:bodyPr>
          <a:lstStyle>
            <a:lvl1pPr algn="r">
              <a:defRPr sz="2700" b="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4100513" y="990665"/>
            <a:ext cx="4414838" cy="1100344"/>
          </a:xfrm>
        </p:spPr>
        <p:txBody>
          <a:bodyPr wrap="none" anchor="b">
            <a:noAutofit/>
          </a:bodyPr>
          <a:lstStyle>
            <a:lvl1pPr marL="0" indent="0" algn="r">
              <a:buNone/>
              <a:defRPr sz="4950" b="1">
                <a:solidFill>
                  <a:schemeClr val="accent1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 algn="ctr"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521970" y="1833563"/>
            <a:ext cx="3992880" cy="3656888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4629150" y="1833563"/>
            <a:ext cx="3992880" cy="3656888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9841" y="1127250"/>
            <a:ext cx="7886700" cy="648000"/>
          </a:xfrm>
        </p:spPr>
        <p:txBody>
          <a:bodyPr vert="horz" lIns="0" tIns="0" rIns="0" bIns="0" rtlCol="0" anchor="ctr">
            <a:normAutofit/>
          </a:bodyPr>
          <a:lstStyle>
            <a:lvl1pPr algn="ctr"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833563"/>
            <a:ext cx="3992880" cy="308477"/>
          </a:xfrm>
        </p:spPr>
        <p:txBody>
          <a:bodyPr anchor="b"/>
          <a:lstStyle>
            <a:lvl1pPr marL="0" indent="0">
              <a:buNone/>
              <a:defRPr sz="1800" b="1">
                <a:latin typeface="+mj-lt"/>
                <a:sym typeface="Arial" panose="020B0604020202020204" pitchFamily="34" charset="0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521970" y="2263574"/>
            <a:ext cx="3992880" cy="3225207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29150" y="1833563"/>
            <a:ext cx="3992880" cy="308477"/>
          </a:xfrm>
        </p:spPr>
        <p:txBody>
          <a:bodyPr anchor="b"/>
          <a:lstStyle>
            <a:lvl1pPr marL="0" indent="0">
              <a:buNone/>
              <a:defRPr sz="1800" b="1">
                <a:latin typeface="+mj-lt"/>
                <a:sym typeface="Arial" panose="020B0604020202020204" pitchFamily="34" charset="0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4629150" y="2263574"/>
            <a:ext cx="3992880" cy="3225207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anchor="ctr" anchorCtr="0"/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521970" y="1127284"/>
            <a:ext cx="8101489" cy="4363403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1970" y="1127250"/>
            <a:ext cx="8099316" cy="648000"/>
          </a:xfrm>
        </p:spPr>
        <p:txBody>
          <a:bodyPr/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833563"/>
            <a:ext cx="8099316" cy="304165"/>
          </a:xfrm>
        </p:spPr>
        <p:txBody>
          <a:bodyPr anchor="t"/>
          <a:lstStyle>
            <a:lvl1pPr marL="0" indent="0">
              <a:buNone/>
              <a:defRPr sz="1800" b="0">
                <a:latin typeface="+mj-lt"/>
                <a:sym typeface="Arial" panose="020B0604020202020204" pitchFamily="34" charset="0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44000" cy="5137497"/>
          </a:xfrm>
          <a:prstGeom prst="rect">
            <a:avLst/>
          </a:prstGeom>
          <a:gradFill flip="none" rotWithShape="1">
            <a:gsLst>
              <a:gs pos="59000">
                <a:schemeClr val="bg1">
                  <a:alpha val="40000"/>
                </a:schemeClr>
              </a:gs>
              <a:gs pos="0">
                <a:schemeClr val="bg2"/>
              </a:gs>
              <a:gs pos="100000">
                <a:schemeClr val="bg2">
                  <a:lumMod val="90000"/>
                  <a:alpha val="27000"/>
                </a:schemeClr>
              </a:gs>
            </a:gsLst>
            <a:lin ang="19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 userDrawn="1">
            <p:custDataLst>
              <p:tags r:id="rId3"/>
            </p:custData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gradFill flip="none" rotWithShape="1">
            <a:gsLst>
              <a:gs pos="59000">
                <a:schemeClr val="bg1">
                  <a:alpha val="40000"/>
                </a:schemeClr>
              </a:gs>
              <a:gs pos="0">
                <a:schemeClr val="bg2"/>
              </a:gs>
              <a:gs pos="100000">
                <a:schemeClr val="bg2">
                  <a:lumMod val="90000"/>
                  <a:alpha val="27000"/>
                </a:schemeClr>
              </a:gs>
            </a:gsLst>
            <a:lin ang="19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28000"/>
            <a:duotone>
              <a:prstClr val="black"/>
              <a:schemeClr val="accent1">
                <a:lumMod val="60000"/>
                <a:lumOff val="4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689801"/>
            <a:ext cx="9144000" cy="3305556"/>
          </a:xfrm>
          <a:prstGeom prst="rect">
            <a:avLst/>
          </a:prstGeom>
          <a:effectLst>
            <a:softEdge rad="0"/>
          </a:effectLst>
        </p:spPr>
      </p:pic>
      <p:pic>
        <p:nvPicPr>
          <p:cNvPr id="19" name="图片 18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duotone>
              <a:prstClr val="black"/>
              <a:schemeClr val="accent1">
                <a:lumMod val="60000"/>
                <a:lumOff val="4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8800"/>
            <a:ext cx="9144000" cy="3307556"/>
          </a:xfrm>
          <a:prstGeom prst="rect">
            <a:avLst/>
          </a:prstGeom>
        </p:spPr>
      </p:pic>
      <p:sp>
        <p:nvSpPr>
          <p:cNvPr id="20" name="图形 21"/>
          <p:cNvSpPr/>
          <p:nvPr userDrawn="1">
            <p:custDataLst>
              <p:tags r:id="rId10"/>
            </p:custDataLst>
          </p:nvPr>
        </p:nvSpPr>
        <p:spPr>
          <a:xfrm>
            <a:off x="2145908" y="3768285"/>
            <a:ext cx="7169543" cy="2130071"/>
          </a:xfrm>
          <a:custGeom>
            <a:avLst/>
            <a:gdLst>
              <a:gd name="connsiteX0" fmla="*/ 0 w 9464139"/>
              <a:gd name="connsiteY0" fmla="*/ 3103598 h 3103598"/>
              <a:gd name="connsiteX1" fmla="*/ 3653356 w 9464139"/>
              <a:gd name="connsiteY1" fmla="*/ 136216 h 3103598"/>
              <a:gd name="connsiteX2" fmla="*/ 8901332 w 9464139"/>
              <a:gd name="connsiteY2" fmla="*/ 0 h 3103598"/>
              <a:gd name="connsiteX3" fmla="*/ 9464140 w 9464139"/>
              <a:gd name="connsiteY3" fmla="*/ 2829536 h 3103598"/>
              <a:gd name="connsiteX0-1" fmla="*/ 0 w 7311490"/>
              <a:gd name="connsiteY0-2" fmla="*/ 1770098 h 2834342"/>
              <a:gd name="connsiteX1-3" fmla="*/ 1500706 w 7311490"/>
              <a:gd name="connsiteY1-4" fmla="*/ 136216 h 2834342"/>
              <a:gd name="connsiteX2-5" fmla="*/ 6748682 w 7311490"/>
              <a:gd name="connsiteY2-6" fmla="*/ 0 h 2834342"/>
              <a:gd name="connsiteX3-7" fmla="*/ 7311490 w 7311490"/>
              <a:gd name="connsiteY3-8" fmla="*/ 2829536 h 2834342"/>
              <a:gd name="connsiteX4" fmla="*/ 0 w 7311490"/>
              <a:gd name="connsiteY4" fmla="*/ 1770098 h 2834342"/>
              <a:gd name="connsiteX0-9" fmla="*/ 0 w 9997540"/>
              <a:gd name="connsiteY0-10" fmla="*/ 2874998 h 2874998"/>
              <a:gd name="connsiteX1-11" fmla="*/ 4186756 w 9997540"/>
              <a:gd name="connsiteY1-12" fmla="*/ 136216 h 2874998"/>
              <a:gd name="connsiteX2-13" fmla="*/ 9434732 w 9997540"/>
              <a:gd name="connsiteY2-14" fmla="*/ 0 h 2874998"/>
              <a:gd name="connsiteX3-15" fmla="*/ 9997540 w 9997540"/>
              <a:gd name="connsiteY3-16" fmla="*/ 2829536 h 2874998"/>
              <a:gd name="connsiteX4-17" fmla="*/ 0 w 9997540"/>
              <a:gd name="connsiteY4-18" fmla="*/ 2874998 h 2874998"/>
              <a:gd name="connsiteX0-19" fmla="*/ 0 w 9997540"/>
              <a:gd name="connsiteY0-20" fmla="*/ 2874998 h 2874998"/>
              <a:gd name="connsiteX1-21" fmla="*/ 4186756 w 9997540"/>
              <a:gd name="connsiteY1-22" fmla="*/ 136216 h 2874998"/>
              <a:gd name="connsiteX2-23" fmla="*/ 9434732 w 9997540"/>
              <a:gd name="connsiteY2-24" fmla="*/ 0 h 2874998"/>
              <a:gd name="connsiteX3-25" fmla="*/ 9997540 w 9997540"/>
              <a:gd name="connsiteY3-26" fmla="*/ 2829536 h 2874998"/>
              <a:gd name="connsiteX4-27" fmla="*/ 0 w 9997540"/>
              <a:gd name="connsiteY4-28" fmla="*/ 2874998 h 2874998"/>
              <a:gd name="connsiteX0-29" fmla="*/ 0 w 9787990"/>
              <a:gd name="connsiteY0-30" fmla="*/ 2874998 h 2874998"/>
              <a:gd name="connsiteX1-31" fmla="*/ 4186756 w 9787990"/>
              <a:gd name="connsiteY1-32" fmla="*/ 136216 h 2874998"/>
              <a:gd name="connsiteX2-33" fmla="*/ 9434732 w 9787990"/>
              <a:gd name="connsiteY2-34" fmla="*/ 0 h 2874998"/>
              <a:gd name="connsiteX3-35" fmla="*/ 9787990 w 9787990"/>
              <a:gd name="connsiteY3-36" fmla="*/ 2791436 h 2874998"/>
              <a:gd name="connsiteX4-37" fmla="*/ 0 w 9787990"/>
              <a:gd name="connsiteY4-38" fmla="*/ 2874998 h 2874998"/>
              <a:gd name="connsiteX0-39" fmla="*/ 0 w 9787990"/>
              <a:gd name="connsiteY0-40" fmla="*/ 2738782 h 2738782"/>
              <a:gd name="connsiteX1-41" fmla="*/ 4186756 w 9787990"/>
              <a:gd name="connsiteY1-42" fmla="*/ 0 h 2738782"/>
              <a:gd name="connsiteX2-43" fmla="*/ 9301382 w 9787990"/>
              <a:gd name="connsiteY2-44" fmla="*/ 35234 h 2738782"/>
              <a:gd name="connsiteX3-45" fmla="*/ 9787990 w 9787990"/>
              <a:gd name="connsiteY3-46" fmla="*/ 2655220 h 2738782"/>
              <a:gd name="connsiteX4-47" fmla="*/ 0 w 9787990"/>
              <a:gd name="connsiteY4-48" fmla="*/ 2738782 h 2738782"/>
              <a:gd name="connsiteX0-49" fmla="*/ 0 w 9787990"/>
              <a:gd name="connsiteY0-50" fmla="*/ 2703548 h 2703548"/>
              <a:gd name="connsiteX1-51" fmla="*/ 4434406 w 9787990"/>
              <a:gd name="connsiteY1-52" fmla="*/ 269566 h 2703548"/>
              <a:gd name="connsiteX2-53" fmla="*/ 9301382 w 9787990"/>
              <a:gd name="connsiteY2-54" fmla="*/ 0 h 2703548"/>
              <a:gd name="connsiteX3-55" fmla="*/ 9787990 w 9787990"/>
              <a:gd name="connsiteY3-56" fmla="*/ 2619986 h 2703548"/>
              <a:gd name="connsiteX4-57" fmla="*/ 0 w 9787990"/>
              <a:gd name="connsiteY4-58" fmla="*/ 2703548 h 2703548"/>
              <a:gd name="connsiteX0-59" fmla="*/ 0 w 9787990"/>
              <a:gd name="connsiteY0-60" fmla="*/ 2493998 h 2493998"/>
              <a:gd name="connsiteX1-61" fmla="*/ 4434406 w 9787990"/>
              <a:gd name="connsiteY1-62" fmla="*/ 60016 h 2493998"/>
              <a:gd name="connsiteX2-63" fmla="*/ 8748932 w 9787990"/>
              <a:gd name="connsiteY2-64" fmla="*/ 0 h 2493998"/>
              <a:gd name="connsiteX3-65" fmla="*/ 9787990 w 9787990"/>
              <a:gd name="connsiteY3-66" fmla="*/ 2410436 h 2493998"/>
              <a:gd name="connsiteX4-67" fmla="*/ 0 w 9787990"/>
              <a:gd name="connsiteY4-68" fmla="*/ 2493998 h 2493998"/>
              <a:gd name="connsiteX0-69" fmla="*/ 0 w 9787990"/>
              <a:gd name="connsiteY0-70" fmla="*/ 2669396 h 2669396"/>
              <a:gd name="connsiteX1-71" fmla="*/ 4434406 w 9787990"/>
              <a:gd name="connsiteY1-72" fmla="*/ 235414 h 2669396"/>
              <a:gd name="connsiteX2-73" fmla="*/ 8748932 w 9787990"/>
              <a:gd name="connsiteY2-74" fmla="*/ 175398 h 2669396"/>
              <a:gd name="connsiteX3-75" fmla="*/ 9787990 w 9787990"/>
              <a:gd name="connsiteY3-76" fmla="*/ 2585834 h 2669396"/>
              <a:gd name="connsiteX4-77" fmla="*/ 0 w 9787990"/>
              <a:gd name="connsiteY4-78" fmla="*/ 2669396 h 2669396"/>
              <a:gd name="connsiteX0-79" fmla="*/ 0 w 9787990"/>
              <a:gd name="connsiteY0-80" fmla="*/ 2669396 h 2669396"/>
              <a:gd name="connsiteX1-81" fmla="*/ 4434406 w 9787990"/>
              <a:gd name="connsiteY1-82" fmla="*/ 235414 h 2669396"/>
              <a:gd name="connsiteX2-83" fmla="*/ 8748932 w 9787990"/>
              <a:gd name="connsiteY2-84" fmla="*/ 175398 h 2669396"/>
              <a:gd name="connsiteX3-85" fmla="*/ 9787990 w 9787990"/>
              <a:gd name="connsiteY3-86" fmla="*/ 2585834 h 2669396"/>
              <a:gd name="connsiteX4-87" fmla="*/ 0 w 9787990"/>
              <a:gd name="connsiteY4-88" fmla="*/ 2669396 h 2669396"/>
              <a:gd name="connsiteX0-89" fmla="*/ 0 w 9787990"/>
              <a:gd name="connsiteY0-90" fmla="*/ 2880175 h 2880175"/>
              <a:gd name="connsiteX1-91" fmla="*/ 4434406 w 9787990"/>
              <a:gd name="connsiteY1-92" fmla="*/ 446193 h 2880175"/>
              <a:gd name="connsiteX2-93" fmla="*/ 8748932 w 9787990"/>
              <a:gd name="connsiteY2-94" fmla="*/ 386177 h 2880175"/>
              <a:gd name="connsiteX3-95" fmla="*/ 9787990 w 9787990"/>
              <a:gd name="connsiteY3-96" fmla="*/ 2796613 h 2880175"/>
              <a:gd name="connsiteX4-97" fmla="*/ 0 w 9787990"/>
              <a:gd name="connsiteY4-98" fmla="*/ 2880175 h 2880175"/>
              <a:gd name="connsiteX0-99" fmla="*/ 0 w 9787990"/>
              <a:gd name="connsiteY0-100" fmla="*/ 2880175 h 2880175"/>
              <a:gd name="connsiteX1-101" fmla="*/ 4434406 w 9787990"/>
              <a:gd name="connsiteY1-102" fmla="*/ 446193 h 2880175"/>
              <a:gd name="connsiteX2-103" fmla="*/ 8748932 w 9787990"/>
              <a:gd name="connsiteY2-104" fmla="*/ 386177 h 2880175"/>
              <a:gd name="connsiteX3-105" fmla="*/ 9787990 w 9787990"/>
              <a:gd name="connsiteY3-106" fmla="*/ 2796613 h 2880175"/>
              <a:gd name="connsiteX4-107" fmla="*/ 0 w 9787990"/>
              <a:gd name="connsiteY4-108" fmla="*/ 2880175 h 2880175"/>
              <a:gd name="connsiteX0-109" fmla="*/ 0 w 9787990"/>
              <a:gd name="connsiteY0-110" fmla="*/ 2880175 h 2880175"/>
              <a:gd name="connsiteX1-111" fmla="*/ 4434406 w 9787990"/>
              <a:gd name="connsiteY1-112" fmla="*/ 446193 h 2880175"/>
              <a:gd name="connsiteX2-113" fmla="*/ 8748932 w 9787990"/>
              <a:gd name="connsiteY2-114" fmla="*/ 386177 h 2880175"/>
              <a:gd name="connsiteX3-115" fmla="*/ 9787990 w 9787990"/>
              <a:gd name="connsiteY3-116" fmla="*/ 2796613 h 2880175"/>
              <a:gd name="connsiteX4-117" fmla="*/ 0 w 9787990"/>
              <a:gd name="connsiteY4-118" fmla="*/ 2880175 h 2880175"/>
              <a:gd name="connsiteX0-119" fmla="*/ 0 w 9787990"/>
              <a:gd name="connsiteY0-120" fmla="*/ 2840095 h 2840095"/>
              <a:gd name="connsiteX1-121" fmla="*/ 4434406 w 9787990"/>
              <a:gd name="connsiteY1-122" fmla="*/ 406113 h 2840095"/>
              <a:gd name="connsiteX2-123" fmla="*/ 8558432 w 9787990"/>
              <a:gd name="connsiteY2-124" fmla="*/ 441347 h 2840095"/>
              <a:gd name="connsiteX3-125" fmla="*/ 9787990 w 9787990"/>
              <a:gd name="connsiteY3-126" fmla="*/ 2756533 h 2840095"/>
              <a:gd name="connsiteX4-127" fmla="*/ 0 w 9787990"/>
              <a:gd name="connsiteY4-128" fmla="*/ 2840095 h 2840095"/>
              <a:gd name="connsiteX0-129" fmla="*/ 0 w 9787990"/>
              <a:gd name="connsiteY0-130" fmla="*/ 2840095 h 2840095"/>
              <a:gd name="connsiteX1-131" fmla="*/ 4434406 w 9787990"/>
              <a:gd name="connsiteY1-132" fmla="*/ 406113 h 2840095"/>
              <a:gd name="connsiteX2-133" fmla="*/ 8558432 w 9787990"/>
              <a:gd name="connsiteY2-134" fmla="*/ 441347 h 2840095"/>
              <a:gd name="connsiteX3-135" fmla="*/ 9787990 w 9787990"/>
              <a:gd name="connsiteY3-136" fmla="*/ 2756533 h 2840095"/>
              <a:gd name="connsiteX4-137" fmla="*/ 0 w 9787990"/>
              <a:gd name="connsiteY4-138" fmla="*/ 2840095 h 2840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9787990" h="2840095">
                <a:moveTo>
                  <a:pt x="0" y="2840095"/>
                </a:moveTo>
                <a:cubicBezTo>
                  <a:pt x="1478135" y="2028768"/>
                  <a:pt x="2822921" y="1198390"/>
                  <a:pt x="4434406" y="406113"/>
                </a:cubicBezTo>
                <a:cubicBezTo>
                  <a:pt x="5815431" y="-280642"/>
                  <a:pt x="7044057" y="23202"/>
                  <a:pt x="8558432" y="441347"/>
                </a:cubicBezTo>
                <a:cubicBezTo>
                  <a:pt x="9590585" y="1111476"/>
                  <a:pt x="9746437" y="2010204"/>
                  <a:pt x="9787990" y="2756533"/>
                </a:cubicBezTo>
                <a:cubicBezTo>
                  <a:pt x="6633277" y="2847887"/>
                  <a:pt x="4831113" y="2710641"/>
                  <a:pt x="0" y="284009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000"/>
            </a:schemeClr>
          </a:solidFill>
          <a:ln w="81537" cap="flat">
            <a:noFill/>
            <a:prstDash val="solid"/>
            <a:miter/>
          </a:ln>
          <a:effectLst>
            <a:glow>
              <a:schemeClr val="accent1">
                <a:lumMod val="60000"/>
                <a:lumOff val="40000"/>
              </a:schemeClr>
            </a:glow>
            <a:softEdge rad="444500"/>
          </a:effectLst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8434"/>
            <a:ext cx="9144000" cy="33075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13"/>
            </p:custDataLst>
          </p:nvPr>
        </p:nvSpPr>
        <p:spPr>
          <a:xfrm>
            <a:off x="771525" y="1306152"/>
            <a:ext cx="6929438" cy="2099494"/>
          </a:xfrm>
        </p:spPr>
        <p:txBody>
          <a:bodyPr anchor="b"/>
          <a:lstStyle>
            <a:lvl1pPr algn="l">
              <a:lnSpc>
                <a:spcPct val="100000"/>
              </a:lnSpc>
              <a:defRPr sz="45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6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7"/>
            </p:custDataLst>
          </p:nvPr>
        </p:nvSpPr>
        <p:spPr>
          <a:xfrm>
            <a:off x="771525" y="3929951"/>
            <a:ext cx="5357813" cy="91933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5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84.xml"/><Relationship Id="rId23" Type="http://schemas.openxmlformats.org/officeDocument/2006/relationships/tags" Target="../tags/tag83.xml"/><Relationship Id="rId22" Type="http://schemas.openxmlformats.org/officeDocument/2006/relationships/tags" Target="../tags/tag82.xml"/><Relationship Id="rId21" Type="http://schemas.openxmlformats.org/officeDocument/2006/relationships/tags" Target="../tags/tag81.xml"/><Relationship Id="rId20" Type="http://schemas.openxmlformats.org/officeDocument/2006/relationships/tags" Target="../tags/tag80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79.xml"/><Relationship Id="rId18" Type="http://schemas.openxmlformats.org/officeDocument/2006/relationships/image" Target="../media/image8.png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microsoft.com/office/2007/relationships/hdphoto" Target="../media/image7.wdp"/><Relationship Id="rId14" Type="http://schemas.openxmlformats.org/officeDocument/2006/relationships/image" Target="../media/image6.png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2381" y="856774"/>
            <a:ext cx="9141619" cy="5143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8000"/>
                </a:schemeClr>
              </a:gs>
              <a:gs pos="100000">
                <a:schemeClr val="accent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alphaModFix amt="80000"/>
            <a:duotone>
              <a:prstClr val="black"/>
              <a:schemeClr val="accent1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7033" y="853361"/>
            <a:ext cx="3823420" cy="893127"/>
          </a:xfrm>
          <a:prstGeom prst="rect">
            <a:avLst/>
          </a:prstGeom>
        </p:spPr>
      </p:pic>
      <p:sp>
        <p:nvSpPr>
          <p:cNvPr id="12" name="图形 21"/>
          <p:cNvSpPr/>
          <p:nvPr userDrawn="1">
            <p:custDataLst>
              <p:tags r:id="rId16"/>
            </p:custDataLst>
          </p:nvPr>
        </p:nvSpPr>
        <p:spPr>
          <a:xfrm flipV="1">
            <a:off x="5848938" y="728640"/>
            <a:ext cx="2997831" cy="890656"/>
          </a:xfrm>
          <a:custGeom>
            <a:avLst/>
            <a:gdLst>
              <a:gd name="connsiteX0" fmla="*/ 0 w 9464139"/>
              <a:gd name="connsiteY0" fmla="*/ 3103598 h 3103598"/>
              <a:gd name="connsiteX1" fmla="*/ 3653356 w 9464139"/>
              <a:gd name="connsiteY1" fmla="*/ 136216 h 3103598"/>
              <a:gd name="connsiteX2" fmla="*/ 8901332 w 9464139"/>
              <a:gd name="connsiteY2" fmla="*/ 0 h 3103598"/>
              <a:gd name="connsiteX3" fmla="*/ 9464140 w 9464139"/>
              <a:gd name="connsiteY3" fmla="*/ 2829536 h 3103598"/>
              <a:gd name="connsiteX0-1" fmla="*/ 0 w 7311490"/>
              <a:gd name="connsiteY0-2" fmla="*/ 1770098 h 2834342"/>
              <a:gd name="connsiteX1-3" fmla="*/ 1500706 w 7311490"/>
              <a:gd name="connsiteY1-4" fmla="*/ 136216 h 2834342"/>
              <a:gd name="connsiteX2-5" fmla="*/ 6748682 w 7311490"/>
              <a:gd name="connsiteY2-6" fmla="*/ 0 h 2834342"/>
              <a:gd name="connsiteX3-7" fmla="*/ 7311490 w 7311490"/>
              <a:gd name="connsiteY3-8" fmla="*/ 2829536 h 2834342"/>
              <a:gd name="connsiteX4" fmla="*/ 0 w 7311490"/>
              <a:gd name="connsiteY4" fmla="*/ 1770098 h 2834342"/>
              <a:gd name="connsiteX0-9" fmla="*/ 0 w 9997540"/>
              <a:gd name="connsiteY0-10" fmla="*/ 2874998 h 2874998"/>
              <a:gd name="connsiteX1-11" fmla="*/ 4186756 w 9997540"/>
              <a:gd name="connsiteY1-12" fmla="*/ 136216 h 2874998"/>
              <a:gd name="connsiteX2-13" fmla="*/ 9434732 w 9997540"/>
              <a:gd name="connsiteY2-14" fmla="*/ 0 h 2874998"/>
              <a:gd name="connsiteX3-15" fmla="*/ 9997540 w 9997540"/>
              <a:gd name="connsiteY3-16" fmla="*/ 2829536 h 2874998"/>
              <a:gd name="connsiteX4-17" fmla="*/ 0 w 9997540"/>
              <a:gd name="connsiteY4-18" fmla="*/ 2874998 h 2874998"/>
              <a:gd name="connsiteX0-19" fmla="*/ 0 w 9997540"/>
              <a:gd name="connsiteY0-20" fmla="*/ 2874998 h 2874998"/>
              <a:gd name="connsiteX1-21" fmla="*/ 4186756 w 9997540"/>
              <a:gd name="connsiteY1-22" fmla="*/ 136216 h 2874998"/>
              <a:gd name="connsiteX2-23" fmla="*/ 9434732 w 9997540"/>
              <a:gd name="connsiteY2-24" fmla="*/ 0 h 2874998"/>
              <a:gd name="connsiteX3-25" fmla="*/ 9997540 w 9997540"/>
              <a:gd name="connsiteY3-26" fmla="*/ 2829536 h 2874998"/>
              <a:gd name="connsiteX4-27" fmla="*/ 0 w 9997540"/>
              <a:gd name="connsiteY4-28" fmla="*/ 2874998 h 2874998"/>
              <a:gd name="connsiteX0-29" fmla="*/ 0 w 9787990"/>
              <a:gd name="connsiteY0-30" fmla="*/ 2874998 h 2874998"/>
              <a:gd name="connsiteX1-31" fmla="*/ 4186756 w 9787990"/>
              <a:gd name="connsiteY1-32" fmla="*/ 136216 h 2874998"/>
              <a:gd name="connsiteX2-33" fmla="*/ 9434732 w 9787990"/>
              <a:gd name="connsiteY2-34" fmla="*/ 0 h 2874998"/>
              <a:gd name="connsiteX3-35" fmla="*/ 9787990 w 9787990"/>
              <a:gd name="connsiteY3-36" fmla="*/ 2791436 h 2874998"/>
              <a:gd name="connsiteX4-37" fmla="*/ 0 w 9787990"/>
              <a:gd name="connsiteY4-38" fmla="*/ 2874998 h 2874998"/>
              <a:gd name="connsiteX0-39" fmla="*/ 0 w 9787990"/>
              <a:gd name="connsiteY0-40" fmla="*/ 2738782 h 2738782"/>
              <a:gd name="connsiteX1-41" fmla="*/ 4186756 w 9787990"/>
              <a:gd name="connsiteY1-42" fmla="*/ 0 h 2738782"/>
              <a:gd name="connsiteX2-43" fmla="*/ 9301382 w 9787990"/>
              <a:gd name="connsiteY2-44" fmla="*/ 35234 h 2738782"/>
              <a:gd name="connsiteX3-45" fmla="*/ 9787990 w 9787990"/>
              <a:gd name="connsiteY3-46" fmla="*/ 2655220 h 2738782"/>
              <a:gd name="connsiteX4-47" fmla="*/ 0 w 9787990"/>
              <a:gd name="connsiteY4-48" fmla="*/ 2738782 h 2738782"/>
              <a:gd name="connsiteX0-49" fmla="*/ 0 w 9787990"/>
              <a:gd name="connsiteY0-50" fmla="*/ 2703548 h 2703548"/>
              <a:gd name="connsiteX1-51" fmla="*/ 4434406 w 9787990"/>
              <a:gd name="connsiteY1-52" fmla="*/ 269566 h 2703548"/>
              <a:gd name="connsiteX2-53" fmla="*/ 9301382 w 9787990"/>
              <a:gd name="connsiteY2-54" fmla="*/ 0 h 2703548"/>
              <a:gd name="connsiteX3-55" fmla="*/ 9787990 w 9787990"/>
              <a:gd name="connsiteY3-56" fmla="*/ 2619986 h 2703548"/>
              <a:gd name="connsiteX4-57" fmla="*/ 0 w 9787990"/>
              <a:gd name="connsiteY4-58" fmla="*/ 2703548 h 2703548"/>
              <a:gd name="connsiteX0-59" fmla="*/ 0 w 9787990"/>
              <a:gd name="connsiteY0-60" fmla="*/ 2493998 h 2493998"/>
              <a:gd name="connsiteX1-61" fmla="*/ 4434406 w 9787990"/>
              <a:gd name="connsiteY1-62" fmla="*/ 60016 h 2493998"/>
              <a:gd name="connsiteX2-63" fmla="*/ 8748932 w 9787990"/>
              <a:gd name="connsiteY2-64" fmla="*/ 0 h 2493998"/>
              <a:gd name="connsiteX3-65" fmla="*/ 9787990 w 9787990"/>
              <a:gd name="connsiteY3-66" fmla="*/ 2410436 h 2493998"/>
              <a:gd name="connsiteX4-67" fmla="*/ 0 w 9787990"/>
              <a:gd name="connsiteY4-68" fmla="*/ 2493998 h 2493998"/>
              <a:gd name="connsiteX0-69" fmla="*/ 0 w 9787990"/>
              <a:gd name="connsiteY0-70" fmla="*/ 2669396 h 2669396"/>
              <a:gd name="connsiteX1-71" fmla="*/ 4434406 w 9787990"/>
              <a:gd name="connsiteY1-72" fmla="*/ 235414 h 2669396"/>
              <a:gd name="connsiteX2-73" fmla="*/ 8748932 w 9787990"/>
              <a:gd name="connsiteY2-74" fmla="*/ 175398 h 2669396"/>
              <a:gd name="connsiteX3-75" fmla="*/ 9787990 w 9787990"/>
              <a:gd name="connsiteY3-76" fmla="*/ 2585834 h 2669396"/>
              <a:gd name="connsiteX4-77" fmla="*/ 0 w 9787990"/>
              <a:gd name="connsiteY4-78" fmla="*/ 2669396 h 2669396"/>
              <a:gd name="connsiteX0-79" fmla="*/ 0 w 9787990"/>
              <a:gd name="connsiteY0-80" fmla="*/ 2669396 h 2669396"/>
              <a:gd name="connsiteX1-81" fmla="*/ 4434406 w 9787990"/>
              <a:gd name="connsiteY1-82" fmla="*/ 235414 h 2669396"/>
              <a:gd name="connsiteX2-83" fmla="*/ 8748932 w 9787990"/>
              <a:gd name="connsiteY2-84" fmla="*/ 175398 h 2669396"/>
              <a:gd name="connsiteX3-85" fmla="*/ 9787990 w 9787990"/>
              <a:gd name="connsiteY3-86" fmla="*/ 2585834 h 2669396"/>
              <a:gd name="connsiteX4-87" fmla="*/ 0 w 9787990"/>
              <a:gd name="connsiteY4-88" fmla="*/ 2669396 h 2669396"/>
              <a:gd name="connsiteX0-89" fmla="*/ 0 w 9787990"/>
              <a:gd name="connsiteY0-90" fmla="*/ 2880175 h 2880175"/>
              <a:gd name="connsiteX1-91" fmla="*/ 4434406 w 9787990"/>
              <a:gd name="connsiteY1-92" fmla="*/ 446193 h 2880175"/>
              <a:gd name="connsiteX2-93" fmla="*/ 8748932 w 9787990"/>
              <a:gd name="connsiteY2-94" fmla="*/ 386177 h 2880175"/>
              <a:gd name="connsiteX3-95" fmla="*/ 9787990 w 9787990"/>
              <a:gd name="connsiteY3-96" fmla="*/ 2796613 h 2880175"/>
              <a:gd name="connsiteX4-97" fmla="*/ 0 w 9787990"/>
              <a:gd name="connsiteY4-98" fmla="*/ 2880175 h 2880175"/>
              <a:gd name="connsiteX0-99" fmla="*/ 0 w 9787990"/>
              <a:gd name="connsiteY0-100" fmla="*/ 2880175 h 2880175"/>
              <a:gd name="connsiteX1-101" fmla="*/ 4434406 w 9787990"/>
              <a:gd name="connsiteY1-102" fmla="*/ 446193 h 2880175"/>
              <a:gd name="connsiteX2-103" fmla="*/ 8748932 w 9787990"/>
              <a:gd name="connsiteY2-104" fmla="*/ 386177 h 2880175"/>
              <a:gd name="connsiteX3-105" fmla="*/ 9787990 w 9787990"/>
              <a:gd name="connsiteY3-106" fmla="*/ 2796613 h 2880175"/>
              <a:gd name="connsiteX4-107" fmla="*/ 0 w 9787990"/>
              <a:gd name="connsiteY4-108" fmla="*/ 2880175 h 2880175"/>
              <a:gd name="connsiteX0-109" fmla="*/ 0 w 9787990"/>
              <a:gd name="connsiteY0-110" fmla="*/ 2880175 h 2880175"/>
              <a:gd name="connsiteX1-111" fmla="*/ 4434406 w 9787990"/>
              <a:gd name="connsiteY1-112" fmla="*/ 446193 h 2880175"/>
              <a:gd name="connsiteX2-113" fmla="*/ 8748932 w 9787990"/>
              <a:gd name="connsiteY2-114" fmla="*/ 386177 h 2880175"/>
              <a:gd name="connsiteX3-115" fmla="*/ 9787990 w 9787990"/>
              <a:gd name="connsiteY3-116" fmla="*/ 2796613 h 2880175"/>
              <a:gd name="connsiteX4-117" fmla="*/ 0 w 9787990"/>
              <a:gd name="connsiteY4-118" fmla="*/ 2880175 h 2880175"/>
              <a:gd name="connsiteX0-119" fmla="*/ 0 w 9787990"/>
              <a:gd name="connsiteY0-120" fmla="*/ 2840095 h 2840095"/>
              <a:gd name="connsiteX1-121" fmla="*/ 4434406 w 9787990"/>
              <a:gd name="connsiteY1-122" fmla="*/ 406113 h 2840095"/>
              <a:gd name="connsiteX2-123" fmla="*/ 8558432 w 9787990"/>
              <a:gd name="connsiteY2-124" fmla="*/ 441347 h 2840095"/>
              <a:gd name="connsiteX3-125" fmla="*/ 9787990 w 9787990"/>
              <a:gd name="connsiteY3-126" fmla="*/ 2756533 h 2840095"/>
              <a:gd name="connsiteX4-127" fmla="*/ 0 w 9787990"/>
              <a:gd name="connsiteY4-128" fmla="*/ 2840095 h 2840095"/>
              <a:gd name="connsiteX0-129" fmla="*/ 0 w 9787990"/>
              <a:gd name="connsiteY0-130" fmla="*/ 2840095 h 2840095"/>
              <a:gd name="connsiteX1-131" fmla="*/ 4434406 w 9787990"/>
              <a:gd name="connsiteY1-132" fmla="*/ 406113 h 2840095"/>
              <a:gd name="connsiteX2-133" fmla="*/ 8558432 w 9787990"/>
              <a:gd name="connsiteY2-134" fmla="*/ 441347 h 2840095"/>
              <a:gd name="connsiteX3-135" fmla="*/ 9787990 w 9787990"/>
              <a:gd name="connsiteY3-136" fmla="*/ 2756533 h 2840095"/>
              <a:gd name="connsiteX4-137" fmla="*/ 0 w 9787990"/>
              <a:gd name="connsiteY4-138" fmla="*/ 2840095 h 2840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9787990" h="2840095">
                <a:moveTo>
                  <a:pt x="0" y="2840095"/>
                </a:moveTo>
                <a:cubicBezTo>
                  <a:pt x="1478135" y="2028768"/>
                  <a:pt x="2822921" y="1198390"/>
                  <a:pt x="4434406" y="406113"/>
                </a:cubicBezTo>
                <a:cubicBezTo>
                  <a:pt x="5815431" y="-280642"/>
                  <a:pt x="7044057" y="23202"/>
                  <a:pt x="8558432" y="441347"/>
                </a:cubicBezTo>
                <a:cubicBezTo>
                  <a:pt x="9590585" y="1111476"/>
                  <a:pt x="9746437" y="2010204"/>
                  <a:pt x="9787990" y="2756533"/>
                </a:cubicBezTo>
                <a:cubicBezTo>
                  <a:pt x="6633277" y="2847887"/>
                  <a:pt x="4831113" y="2710641"/>
                  <a:pt x="0" y="284009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000"/>
            </a:schemeClr>
          </a:solidFill>
          <a:ln w="81537" cap="flat">
            <a:noFill/>
            <a:prstDash val="solid"/>
            <a:miter/>
          </a:ln>
          <a:effectLst>
            <a:glow>
              <a:schemeClr val="accent1">
                <a:lumMod val="60000"/>
                <a:lumOff val="40000"/>
              </a:schemeClr>
            </a:glow>
            <a:softEdge rad="444500"/>
          </a:effectLst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637" y="853361"/>
            <a:ext cx="3823420" cy="893127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19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20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2"/>
            <p:custDataLst>
              <p:tags r:id="rId21"/>
            </p:custDataLst>
          </p:nvPr>
        </p:nvSpPr>
        <p:spPr>
          <a:xfrm>
            <a:off x="521970" y="562451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3"/>
            <p:custDataLst>
              <p:tags r:id="rId22"/>
            </p:custData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4"/>
            <p:custDataLst>
              <p:tags r:id="rId23"/>
            </p:custDataLst>
          </p:nvPr>
        </p:nvSpPr>
        <p:spPr>
          <a:xfrm>
            <a:off x="6565487" y="562451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9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8000"/>
                </a:schemeClr>
              </a:gs>
              <a:gs pos="100000">
                <a:schemeClr val="accent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en-US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2">
              <a:lumMod val="90000"/>
              <a:lumOff val="10000"/>
            </a:schemeClr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2">
              <a:lumMod val="90000"/>
              <a:lumOff val="10000"/>
            </a:schemeClr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9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AWS </a:t>
            </a: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Lambda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  <a:p>
            <a:endParaRPr lang="en-US">
              <a:ea typeface="+mn-ea"/>
            </a:endParaRPr>
          </a:p>
        </p:txBody>
      </p:sp>
      <p:sp>
        <p:nvSpPr>
          <p:cNvPr id="4" name="Subtitle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Serverless </a:t>
            </a:r>
            <a:r>
              <a:rPr>
                <a:solidFill>
                  <a:schemeClr val="tx1"/>
                </a:solidFill>
              </a:rPr>
              <a:t>Compute Service by AWS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Introduction to AWS Lambda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AWS Lambda is a serverless computing </a:t>
            </a:r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</a:t>
            </a: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service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Run code without managing servers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Automatically scales applications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Pay only for execution time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Why AWS Lambda?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 </a:t>
            </a: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No infrastructure management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Automatic scaling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High availability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Easy integration with AWS services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How AWS Lambda Works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>
                <a:ea typeface="+mn-ea"/>
              </a:rPr>
              <a:t> </a:t>
            </a:r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1. Event occurs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2. Lambda function triggered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3. Code executes automatically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4. Response returned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AWS Lambda Architecture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User → API Gateway → AWS Lambda → Database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     </a:t>
            </a: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OR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S3 Upload → Lambda Trigger → Processing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Features of AWS Lambda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 </a:t>
            </a: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Serverless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Event Driven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Auto Scaling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Secure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Multi-language Support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Supported Languages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Python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Java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Node.js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C#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Go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Ruby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AWS Lambda Components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 </a:t>
            </a: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Function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Trigger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Event Source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Execution Role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CloudWatch Logs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Lambda Triggers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 </a:t>
            </a: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Amazon S3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API Gateway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DynamoDB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CloudWatch Events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SNS &amp; SQS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Real-Time Use Case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Image Processing System: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1. User uploads image to S3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2. Lambda function triggers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3. Image resized automatically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4. Output stored in another bucket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Advantages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 </a:t>
            </a: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Cost Effective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Faster Deployment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Fully Managed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Highly Scalable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Reduced Operational Effort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Limitations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 </a:t>
            </a: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Maximum execution timeout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Cold start latency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Limited temporary storage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Not ideal for long-running tasks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AWS Lambda Pricing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Charges based on: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Number of requests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Execution duration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Memory allocated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Best Practices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 </a:t>
            </a: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Keep functions small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Use environment variables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Monitor using CloudWatch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Apply least privilege IAM roles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Conclusion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AWS Lambda enables developers to build scalable, efficient, and serverless applications easily.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1*f*5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23"/>
</p:tagLst>
</file>

<file path=ppt/tags/tag8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23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23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88.xml><?xml version="1.0" encoding="utf-8"?>
<p:tagLst xmlns:p="http://schemas.openxmlformats.org/presentationml/2006/main">
  <p:tag name="KSO_WM_SLIDE_TYPE" val="text"/>
  <p:tag name="KSO_WM_BEAUTIFY_FLAG" val="#wm#"/>
  <p:tag name="KSO_WM_SLIDE_THEME_ID" val="3316291"/>
  <p:tag name="KSO_WM_SLIDE_THEME_NAME" val="Green Gradient"/>
</p:tagLst>
</file>

<file path=ppt/tags/tag89.xml><?xml version="1.0" encoding="utf-8"?>
<p:tagLst xmlns:p="http://schemas.openxmlformats.org/presentationml/2006/main">
  <p:tag name="KSO_WM_UNIT_TEXT" val="AWS Lambda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92.xml><?xml version="1.0" encoding="utf-8"?>
<p:tagLst xmlns:p="http://schemas.openxmlformats.org/presentationml/2006/main">
  <p:tag name="KSO_WM_SLIDE_TYPE" val="text"/>
  <p:tag name="KSO_WM_BEAUTIFY_FLAG" val="#wm#"/>
</p:tagLst>
</file>

<file path=ppt/tags/tag93.xml><?xml version="1.0" encoding="utf-8"?>
<p:tagLst xmlns:p="http://schemas.openxmlformats.org/presentationml/2006/main">
  <p:tag name="KSO_WM_UNIT_TEXT" val="Introduction to AWS Lambda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96.xml><?xml version="1.0" encoding="utf-8"?>
<p:tagLst xmlns:p="http://schemas.openxmlformats.org/presentationml/2006/main">
  <p:tag name="KSO_WM_SLIDE_TYPE" val="text"/>
  <p:tag name="KSO_WM_BEAUTIFY_FLAG" val="#wm#"/>
</p:tagLst>
</file>

<file path=ppt/tags/tag97.xml><?xml version="1.0" encoding="utf-8"?>
<p:tagLst xmlns:p="http://schemas.openxmlformats.org/presentationml/2006/main">
  <p:tag name="KSO_WM_UNIT_TEXT" val="Why AWS Lambda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00.xml><?xml version="1.0" encoding="utf-8"?>
<p:tagLst xmlns:p="http://schemas.openxmlformats.org/presentationml/2006/main">
  <p:tag name="KSO_WM_SLIDE_TYPE" val="text"/>
  <p:tag name="KSO_WM_BEAUTIFY_FLAG" val="#wm#"/>
</p:tagLst>
</file>

<file path=ppt/tags/tag101.xml><?xml version="1.0" encoding="utf-8"?>
<p:tagLst xmlns:p="http://schemas.openxmlformats.org/presentationml/2006/main">
  <p:tag name="KSO_WM_UNIT_TEXT" val="How AWS Lambda Work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04.xml><?xml version="1.0" encoding="utf-8"?>
<p:tagLst xmlns:p="http://schemas.openxmlformats.org/presentationml/2006/main">
  <p:tag name="KSO_WM_SLIDE_TYPE" val="text"/>
  <p:tag name="KSO_WM_BEAUTIFY_FLAG" val="#wm#"/>
</p:tagLst>
</file>

<file path=ppt/tags/tag105.xml><?xml version="1.0" encoding="utf-8"?>
<p:tagLst xmlns:p="http://schemas.openxmlformats.org/presentationml/2006/main">
  <p:tag name="KSO_WM_UNIT_TEXT" val="AWS Lambda Architectur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08.xml><?xml version="1.0" encoding="utf-8"?>
<p:tagLst xmlns:p="http://schemas.openxmlformats.org/presentationml/2006/main">
  <p:tag name="KSO_WM_SLIDE_TYPE" val="text"/>
  <p:tag name="KSO_WM_BEAUTIFY_FLAG" val="#wm#"/>
</p:tagLst>
</file>

<file path=ppt/tags/tag109.xml><?xml version="1.0" encoding="utf-8"?>
<p:tagLst xmlns:p="http://schemas.openxmlformats.org/presentationml/2006/main">
  <p:tag name="KSO_WM_UNIT_TEXT" val="Features of AWS Lambda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1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12.xml><?xml version="1.0" encoding="utf-8"?>
<p:tagLst xmlns:p="http://schemas.openxmlformats.org/presentationml/2006/main">
  <p:tag name="KSO_WM_SLIDE_TYPE" val="text"/>
  <p:tag name="KSO_WM_BEAUTIFY_FLAG" val="#wm#"/>
</p:tagLst>
</file>

<file path=ppt/tags/tag113.xml><?xml version="1.0" encoding="utf-8"?>
<p:tagLst xmlns:p="http://schemas.openxmlformats.org/presentationml/2006/main">
  <p:tag name="KSO_WM_UNIT_TEXT" val="Supported Languag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1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16.xml><?xml version="1.0" encoding="utf-8"?>
<p:tagLst xmlns:p="http://schemas.openxmlformats.org/presentationml/2006/main">
  <p:tag name="KSO_WM_SLIDE_TYPE" val="text"/>
  <p:tag name="KSO_WM_BEAUTIFY_FLAG" val="#wm#"/>
</p:tagLst>
</file>

<file path=ppt/tags/tag117.xml><?xml version="1.0" encoding="utf-8"?>
<p:tagLst xmlns:p="http://schemas.openxmlformats.org/presentationml/2006/main">
  <p:tag name="KSO_WM_UNIT_TEXT" val="AWS Lambda Component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1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20.xml><?xml version="1.0" encoding="utf-8"?>
<p:tagLst xmlns:p="http://schemas.openxmlformats.org/presentationml/2006/main">
  <p:tag name="KSO_WM_SLIDE_TYPE" val="text"/>
  <p:tag name="KSO_WM_BEAUTIFY_FLAG" val="#wm#"/>
</p:tagLst>
</file>

<file path=ppt/tags/tag121.xml><?xml version="1.0" encoding="utf-8"?>
<p:tagLst xmlns:p="http://schemas.openxmlformats.org/presentationml/2006/main">
  <p:tag name="KSO_WM_UNIT_TEXT" val="Lambda Trigger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2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24.xml><?xml version="1.0" encoding="utf-8"?>
<p:tagLst xmlns:p="http://schemas.openxmlformats.org/presentationml/2006/main">
  <p:tag name="KSO_WM_SLIDE_TYPE" val="text"/>
  <p:tag name="KSO_WM_BEAUTIFY_FLAG" val="#wm#"/>
</p:tagLst>
</file>

<file path=ppt/tags/tag125.xml><?xml version="1.0" encoding="utf-8"?>
<p:tagLst xmlns:p="http://schemas.openxmlformats.org/presentationml/2006/main">
  <p:tag name="KSO_WM_UNIT_TEXT" val="Real-Time Use Cas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2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28.xml><?xml version="1.0" encoding="utf-8"?>
<p:tagLst xmlns:p="http://schemas.openxmlformats.org/presentationml/2006/main">
  <p:tag name="KSO_WM_SLIDE_TYPE" val="text"/>
  <p:tag name="KSO_WM_BEAUTIFY_FLAG" val="#wm#"/>
</p:tagLst>
</file>

<file path=ppt/tags/tag129.xml><?xml version="1.0" encoding="utf-8"?>
<p:tagLst xmlns:p="http://schemas.openxmlformats.org/presentationml/2006/main">
  <p:tag name="KSO_WM_UNIT_TEXT" val="Advantag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3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32.xml><?xml version="1.0" encoding="utf-8"?>
<p:tagLst xmlns:p="http://schemas.openxmlformats.org/presentationml/2006/main">
  <p:tag name="KSO_WM_SLIDE_TYPE" val="text"/>
  <p:tag name="KSO_WM_BEAUTIFY_FLAG" val="#wm#"/>
</p:tagLst>
</file>

<file path=ppt/tags/tag133.xml><?xml version="1.0" encoding="utf-8"?>
<p:tagLst xmlns:p="http://schemas.openxmlformats.org/presentationml/2006/main">
  <p:tag name="KSO_WM_UNIT_TEXT" val="Limitation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36.xml><?xml version="1.0" encoding="utf-8"?>
<p:tagLst xmlns:p="http://schemas.openxmlformats.org/presentationml/2006/main">
  <p:tag name="KSO_WM_SLIDE_TYPE" val="text"/>
  <p:tag name="KSO_WM_BEAUTIFY_FLAG" val="#wm#"/>
</p:tagLst>
</file>

<file path=ppt/tags/tag137.xml><?xml version="1.0" encoding="utf-8"?>
<p:tagLst xmlns:p="http://schemas.openxmlformats.org/presentationml/2006/main">
  <p:tag name="KSO_WM_UNIT_TEXT" val="AWS Lambda Pricing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3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40.xml><?xml version="1.0" encoding="utf-8"?>
<p:tagLst xmlns:p="http://schemas.openxmlformats.org/presentationml/2006/main">
  <p:tag name="KSO_WM_SLIDE_TYPE" val="text"/>
  <p:tag name="KSO_WM_BEAUTIFY_FLAG" val="#wm#"/>
</p:tagLst>
</file>

<file path=ppt/tags/tag141.xml><?xml version="1.0" encoding="utf-8"?>
<p:tagLst xmlns:p="http://schemas.openxmlformats.org/presentationml/2006/main">
  <p:tag name="KSO_WM_UNIT_TEXT" val="Best Practic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44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54">
      <a:dk1>
        <a:srgbClr val="000000"/>
      </a:dk1>
      <a:lt1>
        <a:srgbClr val="FFFFFF"/>
      </a:lt1>
      <a:dk2>
        <a:srgbClr val="071A00"/>
      </a:dk2>
      <a:lt2>
        <a:srgbClr val="F7FFF7"/>
      </a:lt2>
      <a:accent1>
        <a:srgbClr val="00B212"/>
      </a:accent1>
      <a:accent2>
        <a:srgbClr val="EEC120"/>
      </a:accent2>
      <a:accent3>
        <a:srgbClr val="1F77C8"/>
      </a:accent3>
      <a:accent4>
        <a:srgbClr val="00B6B6"/>
      </a:accent4>
      <a:accent5>
        <a:srgbClr val="E58C06"/>
      </a:accent5>
      <a:accent6>
        <a:srgbClr val="B25D00"/>
      </a:accent6>
      <a:hlink>
        <a:srgbClr val="5FCBFB"/>
      </a:hlink>
      <a:folHlink>
        <a:srgbClr val="B759BC"/>
      </a:folHlink>
    </a:clrScheme>
    <a:fontScheme name="立体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bg1">
                <a:alpha val="18000"/>
              </a:schemeClr>
            </a:gs>
            <a:gs pos="100000">
              <a:schemeClr val="accent1">
                <a:alpha val="25000"/>
              </a:schemeClr>
            </a:gs>
          </a:gsLst>
          <a:lin ang="0" scaled="1"/>
          <a:tileRect/>
        </a:gradFill>
        <a:ln>
          <a:noFill/>
        </a:ln>
      </a:spPr>
      <a:bodyPr rtlCol="0" anchor="ctr"/>
      <a:lstStyle>
        <a:defPPr algn="ctr">
          <a:defRPr lang="en-US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>
              <a:alpha val="32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lang="en-US" sz="2000" b="1" spc="300" dirty="0">
            <a:solidFill>
              <a:schemeClr val="accent1">
                <a:lumMod val="50000"/>
              </a:schemeClr>
            </a:solidFill>
            <a:latin typeface="+mj-ea"/>
            <a:ea typeface="+mj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1568</Words>
  <Application>WPS Presentation</Application>
  <PresentationFormat>On-screen Show (4:3)</PresentationFormat>
  <Paragraphs>114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Wingdings</vt:lpstr>
      <vt:lpstr>Nunito Sans ExtraBold</vt:lpstr>
      <vt:lpstr>Segoe Print</vt:lpstr>
      <vt:lpstr>Nunito Sans</vt:lpstr>
      <vt:lpstr>Times New Roman</vt:lpstr>
      <vt:lpstr>Office Theme</vt:lpstr>
      <vt:lpstr>1_Office Theme</vt:lpstr>
      <vt:lpstr>AWS Lambda</vt:lpstr>
      <vt:lpstr>Introduction to AWS Lambda</vt:lpstr>
      <vt:lpstr>Why AWS Lambda?</vt:lpstr>
      <vt:lpstr>How AWS Lambda Works</vt:lpstr>
      <vt:lpstr>AWS Lambda Architecture</vt:lpstr>
      <vt:lpstr>Features of AWS Lambda</vt:lpstr>
      <vt:lpstr>Supported Languages</vt:lpstr>
      <vt:lpstr>AWS Lambda Components</vt:lpstr>
      <vt:lpstr>Lambda Triggers</vt:lpstr>
      <vt:lpstr>Real-Time Use Case</vt:lpstr>
      <vt:lpstr>Advantages</vt:lpstr>
      <vt:lpstr>Limitations</vt:lpstr>
      <vt:lpstr>AWS Lambda Pricing</vt:lpstr>
      <vt:lpstr>Best Practices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pinky Addabottu</cp:lastModifiedBy>
  <cp:revision>2</cp:revision>
  <dcterms:created xsi:type="dcterms:W3CDTF">2013-01-27T09:14:00Z</dcterms:created>
  <dcterms:modified xsi:type="dcterms:W3CDTF">2026-05-11T17:06:32Z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6EBE293F2AC043CA9EF01B50F364BCBE_13</vt:lpwstr>
  </property>
</Properties>
</file>