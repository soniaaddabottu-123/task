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NULL" TargetMode="Externa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image" Target="../media/image3.png"/><Relationship Id="rId6" Type="http://schemas.openxmlformats.org/officeDocument/2006/relationships/tags" Target="../tags/tag16.xml"/><Relationship Id="rId5" Type="http://schemas.openxmlformats.org/officeDocument/2006/relationships/image" Target="NULL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image" Target="NULL" TargetMode="External"/><Relationship Id="rId4" Type="http://schemas.openxmlformats.org/officeDocument/2006/relationships/image" Target="../media/image4.png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image" Target="NULL" TargetMode="External"/><Relationship Id="rId4" Type="http://schemas.openxmlformats.org/officeDocument/2006/relationships/image" Target="../media/image5.png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>
                  <a:lumMod val="40000"/>
                  <a:lumOff val="60000"/>
                  <a:alpha val="34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/>
          </a:p>
        </p:txBody>
      </p:sp>
      <p:pic>
        <p:nvPicPr>
          <p:cNvPr id="8" name="@png2x_01_封面" descr="C:/Users/kingsoft/AppData/Local/Temp/fig2wpp/@png2x_01_封面.pn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2859405" y="1158716"/>
            <a:ext cx="6281738" cy="48415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628650" y="2698909"/>
            <a:ext cx="4480560" cy="1798320"/>
          </a:xfrm>
        </p:spPr>
        <p:txBody>
          <a:bodyPr wrap="square" anchor="t" anchorCtr="0">
            <a:normAutofit/>
          </a:bodyPr>
          <a:lstStyle>
            <a:lvl1pPr algn="l">
              <a:lnSpc>
                <a:spcPct val="100000"/>
              </a:lnSpc>
              <a:defRPr sz="33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628650" y="1926926"/>
            <a:ext cx="4480560" cy="729000"/>
          </a:xfrm>
        </p:spPr>
        <p:txBody>
          <a:bodyPr wrap="square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1500">
                <a:latin typeface="+mj-lt"/>
              </a:defRPr>
            </a:lvl1pPr>
            <a:lvl2pPr marL="342900" indent="0" algn="ctr">
              <a:buNone/>
              <a:defRPr sz="1500">
                <a:latin typeface="+mj-lt"/>
              </a:defRPr>
            </a:lvl2pPr>
            <a:lvl3pPr marL="685800" indent="0" algn="ctr">
              <a:buNone/>
              <a:defRPr sz="1350">
                <a:latin typeface="+mj-lt"/>
              </a:defRPr>
            </a:lvl3pPr>
            <a:lvl4pPr marL="1028700" indent="0" algn="ctr">
              <a:buNone/>
              <a:defRPr sz="1200">
                <a:latin typeface="+mj-lt"/>
              </a:defRPr>
            </a:lvl4pPr>
            <a:lvl5pPr marL="1371600" indent="0" algn="ctr">
              <a:buNone/>
              <a:defRPr sz="1200">
                <a:latin typeface="+mj-lt"/>
              </a:defRPr>
            </a:lvl5pPr>
            <a:lvl6pPr marL="1714500" indent="0" algn="ctr">
              <a:buNone/>
              <a:defRPr sz="1200">
                <a:latin typeface="+mj-lt"/>
              </a:defRPr>
            </a:lvl6pPr>
            <a:lvl7pPr marL="2057400" indent="0" algn="ctr">
              <a:buNone/>
              <a:defRPr sz="1200">
                <a:latin typeface="+mj-lt"/>
              </a:defRPr>
            </a:lvl7pPr>
            <a:lvl8pPr marL="2400300" indent="0" algn="ctr">
              <a:buNone/>
              <a:defRPr sz="1200">
                <a:latin typeface="+mj-lt"/>
              </a:defRPr>
            </a:lvl8pPr>
            <a:lvl9pPr marL="2743200" indent="0" algn="ctr">
              <a:buNone/>
              <a:defRPr sz="12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562451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628650" y="4583906"/>
            <a:ext cx="4480560" cy="89011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500" b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>
                  <a:lumMod val="40000"/>
                  <a:lumOff val="60000"/>
                  <a:alpha val="34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/>
          </a:p>
        </p:txBody>
      </p:sp>
      <p:pic>
        <p:nvPicPr>
          <p:cNvPr id="12" name="@png2x_bottom_目录" descr="C:/Users/kingsoft/AppData/Local/Temp/fig2wpp/@png2x_bottom_目录.pn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0" y="5143500"/>
            <a:ext cx="2366010" cy="857250"/>
          </a:xfrm>
          <a:prstGeom prst="rect">
            <a:avLst/>
          </a:prstGeom>
        </p:spPr>
      </p:pic>
      <p:pic>
        <p:nvPicPr>
          <p:cNvPr id="13" name="@png2x_top_目录" descr="C:/Users/kingsoft/AppData/Local/Temp/fig2wpp/@png2x_top_目录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r:link="rId5"/>
          <a:stretch>
            <a:fillRect/>
          </a:stretch>
        </p:blipFill>
        <p:spPr>
          <a:xfrm>
            <a:off x="5870258" y="857250"/>
            <a:ext cx="2784158" cy="1295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117854" y="1505188"/>
            <a:ext cx="6960870" cy="583206"/>
          </a:xfrm>
        </p:spPr>
        <p:txBody>
          <a:bodyPr wrap="square" anchor="ctr">
            <a:normAutofit/>
          </a:bodyPr>
          <a:lstStyle>
            <a:lvl1pPr algn="l">
              <a:defRPr sz="3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>
                  <a:lumMod val="40000"/>
                  <a:lumOff val="60000"/>
                  <a:alpha val="34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/>
          </a:p>
        </p:txBody>
      </p:sp>
      <p:pic>
        <p:nvPicPr>
          <p:cNvPr id="13" name="@png2x_02_章节" descr="C:/Users/kingsoft/AppData/Local/Temp/fig2wpp/@png2x_02_章节.pn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0" y="857250"/>
            <a:ext cx="6275070" cy="51435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818924" y="3360420"/>
            <a:ext cx="5557838" cy="1807369"/>
          </a:xfrm>
        </p:spPr>
        <p:txBody>
          <a:bodyPr wrap="square" anchor="t" anchorCtr="0">
            <a:normAutofit/>
          </a:bodyPr>
          <a:lstStyle>
            <a:lvl1pPr algn="r">
              <a:defRPr sz="27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2819400" y="1649730"/>
            <a:ext cx="5557361" cy="1710690"/>
          </a:xfrm>
        </p:spPr>
        <p:txBody>
          <a:bodyPr wrap="none" anchor="b" anchorCtr="0">
            <a:normAutofit/>
          </a:bodyPr>
          <a:lstStyle>
            <a:lvl1pPr marL="0" indent="0" algn="r">
              <a:buNone/>
              <a:defRPr sz="4350" b="1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521970" y="1833563"/>
            <a:ext cx="3992880" cy="3656888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4629150" y="1833563"/>
            <a:ext cx="3992880" cy="3656888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3880" y="1057277"/>
            <a:ext cx="8096315" cy="64770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83356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521970" y="2263574"/>
            <a:ext cx="3992880" cy="3225207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29150" y="183356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4629150" y="2263574"/>
            <a:ext cx="3992880" cy="3225207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521970" y="1127284"/>
            <a:ext cx="8101489" cy="4363403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3880" y="1057277"/>
            <a:ext cx="8096315" cy="64770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833563"/>
            <a:ext cx="8099316" cy="304165"/>
          </a:xfrm>
        </p:spPr>
        <p:txBody>
          <a:bodyPr vert="horz" wrap="square" lIns="0" tIns="0" rIns="0" bIns="0" rtlCol="0" anchor="t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750"/>
              </a:spcBef>
              <a:buClrTx/>
              <a:buSzTx/>
              <a:buFont typeface="Arial" panose="020B0604020202020204" pitchFamily="34" charset="0"/>
              <a:buNone/>
              <a:defRPr kumimoji="0" lang="en-US" sz="135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>
                  <a:lumMod val="40000"/>
                  <a:lumOff val="60000"/>
                  <a:alpha val="34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/>
          </a:p>
        </p:txBody>
      </p:sp>
      <p:pic>
        <p:nvPicPr>
          <p:cNvPr id="17" name="@png2x_01_结束" descr="C:/Users/kingsoft/AppData/Local/Temp/fig2wpp/@png2x_01_结束.pn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0" y="857250"/>
            <a:ext cx="6281738" cy="484155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4571550" y="1405890"/>
            <a:ext cx="3943350" cy="2043360"/>
          </a:xfrm>
        </p:spPr>
        <p:txBody>
          <a:bodyPr wrap="square" lIns="0" rIns="0" anchor="b">
            <a:normAutofit/>
          </a:bodyPr>
          <a:lstStyle>
            <a:lvl1pPr algn="r">
              <a:lnSpc>
                <a:spcPct val="100000"/>
              </a:lnSpc>
              <a:defRPr sz="45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562451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4572000" y="3815100"/>
            <a:ext cx="3943350" cy="1809413"/>
          </a:xfrm>
        </p:spPr>
        <p:txBody>
          <a:bodyPr wrap="square" rIns="0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1500" b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4" Type="http://schemas.openxmlformats.org/officeDocument/2006/relationships/theme" Target="../theme/theme2.xml"/><Relationship Id="rId23" Type="http://schemas.openxmlformats.org/officeDocument/2006/relationships/tags" Target="../tags/tag73.xml"/><Relationship Id="rId22" Type="http://schemas.openxmlformats.org/officeDocument/2006/relationships/tags" Target="../tags/tag72.xml"/><Relationship Id="rId21" Type="http://schemas.openxmlformats.org/officeDocument/2006/relationships/tags" Target="../tags/tag71.xml"/><Relationship Id="rId20" Type="http://schemas.openxmlformats.org/officeDocument/2006/relationships/tags" Target="../tags/tag70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69.xml"/><Relationship Id="rId18" Type="http://schemas.openxmlformats.org/officeDocument/2006/relationships/tags" Target="../tags/tag68.xml"/><Relationship Id="rId17" Type="http://schemas.openxmlformats.org/officeDocument/2006/relationships/image" Target="../media/image7.png"/><Relationship Id="rId16" Type="http://schemas.openxmlformats.org/officeDocument/2006/relationships/tags" Target="../tags/tag67.xml"/><Relationship Id="rId15" Type="http://schemas.openxmlformats.org/officeDocument/2006/relationships/image" Target="NULL" TargetMode="External"/><Relationship Id="rId14" Type="http://schemas.openxmlformats.org/officeDocument/2006/relationships/image" Target="../media/image6.png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12"/>
            </p:custData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>
                  <a:lumMod val="40000"/>
                  <a:lumOff val="60000"/>
                  <a:alpha val="34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 dirty="0">
              <a:latin typeface="Arial" panose="020B0604020202020204" pitchFamily="34" charset="0"/>
            </a:endParaRPr>
          </a:p>
        </p:txBody>
      </p:sp>
      <p:pic>
        <p:nvPicPr>
          <p:cNvPr id="11" name="@png2x_02_正文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 r:link="rId15"/>
          <a:stretch>
            <a:fillRect/>
          </a:stretch>
        </p:blipFill>
        <p:spPr>
          <a:xfrm>
            <a:off x="1190" y="857250"/>
            <a:ext cx="3209449" cy="1707356"/>
          </a:xfrm>
          <a:prstGeom prst="rect">
            <a:avLst/>
          </a:prstGeom>
        </p:spPr>
      </p:pic>
      <p:pic>
        <p:nvPicPr>
          <p:cNvPr id="12" name="@png2x_01_正文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 r:link="rId15"/>
          <a:stretch>
            <a:fillRect/>
          </a:stretch>
        </p:blipFill>
        <p:spPr>
          <a:xfrm>
            <a:off x="7756435" y="4336126"/>
            <a:ext cx="1385898" cy="1664147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0"/>
            </p:custDataLst>
          </p:nvPr>
        </p:nvSpPr>
        <p:spPr>
          <a:xfrm>
            <a:off x="521970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6565487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23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ea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ea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900" kern="1200">
          <a:solidFill>
            <a:schemeClr val="tx1">
              <a:lumMod val="65000"/>
              <a:lumOff val="35000"/>
            </a:schemeClr>
          </a:solidFill>
          <a:latin typeface="+mn-ea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825" kern="1200">
          <a:solidFill>
            <a:schemeClr val="tx1">
              <a:lumMod val="65000"/>
              <a:lumOff val="35000"/>
            </a:schemeClr>
          </a:solidFill>
          <a:latin typeface="+mn-ea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28650" y="2698909"/>
            <a:ext cx="4480560" cy="1798320"/>
          </a:xfrm>
        </p:spPr>
        <p:txBody>
          <a:bodyPr anchor="ctr" anchorCtr="0"/>
          <a:lstStyle/>
          <a:p>
            <a:r>
              <a:rPr sz="2800">
                <a:sym typeface="+mn-ea"/>
              </a:rPr>
              <a:t>AWS Systems Manager</a:t>
            </a:r>
            <a:endParaRPr lang="en-US" sz="2800" dirty="0">
              <a:ea typeface="+mj-ea"/>
            </a:endParaRPr>
          </a:p>
        </p:txBody>
      </p:sp>
      <p:sp>
        <p:nvSpPr>
          <p:cNvPr id="9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28650" y="1926926"/>
            <a:ext cx="4480560" cy="729000"/>
          </a:xfrm>
        </p:spPr>
        <p:txBody>
          <a:bodyPr/>
          <a:lstStyle/>
          <a:p>
            <a:r>
              <a:rPr lang="en-US">
                <a:ea typeface="+mn-ea"/>
              </a:rPr>
              <a:t>Add description</a:t>
            </a:r>
            <a:endParaRPr lang="en-US">
              <a:ea typeface="+mn-ea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628650" y="4583906"/>
            <a:ext cx="4480560" cy="890111"/>
          </a:xfrm>
        </p:spPr>
        <p:txBody>
          <a:bodyPr/>
          <a:lstStyle/>
          <a:p>
            <a:r>
              <a:rPr lang="en-US">
                <a:ea typeface="+mn-ea"/>
              </a:rPr>
              <a:t>Name</a:t>
            </a:r>
            <a:endParaRPr lang="en-US">
              <a:ea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Introduction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AWS Systems Manager is a management service that helps automate operational tasks across AWS resources.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What is AWS Systems Manager?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AWS Systems Manager provides visibility and control over infrastructure on AWS and hybrid environments.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Why AWS Systems Manager?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Centralized management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Automation of tasks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Secure remote access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Resource monitoring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Improved operational efficiency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Features of AWS Systems Manager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Automation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Patch Management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Session Manager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Parameter Store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Inventory Management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How AWS Systems Manager Works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1. Install SSM Agent on EC2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2. Systems Manager connects securely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3. Perform management tasks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4. Monitor resources centrally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Session Manager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Session Manager provides secure shell access to EC2 instances without using SSH keys.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Patch Manager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Patch Manager automates operating system patching for EC2 instances.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Parameter Store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Parameter Store securely stores configuration data, passwords, and secrets.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Automation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Automation helps execute repetitive operational tasks such as backups and deployments.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Inventory Management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Systems Manager collects metadata about EC2 instances and installed applications.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Integration with AWS Services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90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AWS Systems Manager integrates with:</a:t>
            </a:r>
            <a:r>
              <a:rPr lang="en-US">
                <a:solidFill>
                  <a:schemeClr val="tx1"/>
                </a:solidFill>
              </a:rPr>
              <a:t> 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EC2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CloudWatch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IAM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Lambda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CloudTrail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Monitoring and Security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AWS CloudWatch and IAM help monitor activities and manage secure access.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Real-Time Use Case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IT administrators use Systems Manager to patch and manage hundreds of EC2 servers automatically.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Advantages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Centralized operations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Secure management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Automation capabilities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Reduced manual work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• Easy scalability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Conclusion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AWS Systems Manager simplifies infrastructure management by automating operational and administrative tasks.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8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8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1*f*5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20"/>
</p:tagLst>
</file>

<file path=ppt/tags/tag6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6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20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20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20_1*a*1"/>
  <p:tag name="KSO_WM_TEMPLATE_CATEGORY" val="custom"/>
  <p:tag name="KSO_WM_TEMPLATE_INDEX" val="20238020"/>
  <p:tag name="KSO_WM_UNIT_LAYERLEVEL" val="1"/>
  <p:tag name="KSO_WM_TAG_VERSION" val="3.0"/>
  <p:tag name="KSO_WM_BEAUTIFY_FLAG" val="#wm#"/>
  <p:tag name="KSO_WM_UNIT_PRESET_TEXT" val="Your title here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020_1*b*1"/>
  <p:tag name="KSO_WM_TEMPLATE_CATEGORY" val="custom"/>
  <p:tag name="KSO_WM_TEMPLATE_INDEX" val="20238020"/>
  <p:tag name="KSO_WM_UNIT_LAYERLEVEL" val="1"/>
  <p:tag name="KSO_WM_TAG_VERSION" val="3.0"/>
  <p:tag name="KSO_WM_BEAUTIFY_FLAG" val="#wm#"/>
  <p:tag name="KSO_WM_UNIT_PRESET_TEXT" val="Add description"/>
</p:tagLst>
</file>

<file path=ppt/tags/tag76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020_1*f*4"/>
  <p:tag name="KSO_WM_TEMPLATE_CATEGORY" val="custom"/>
  <p:tag name="KSO_WM_TEMPLATE_INDEX" val="20238020"/>
  <p:tag name="KSO_WM_UNIT_LAYERLEVEL" val="1"/>
  <p:tag name="KSO_WM_TAG_VERSION" val="3.0"/>
  <p:tag name="KSO_WM_BEAUTIFY_FLAG" val="#wm#"/>
  <p:tag name="KSO_WM_UNIT_PRESET_TEXT" val="Name"/>
</p:tagLst>
</file>

<file path=ppt/tags/tag77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02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20"/>
  <p:tag name="KSO_WM_SLIDE_LAYOUT" val="a_b_f"/>
  <p:tag name="KSO_WM_SLIDE_LAYOUT_CNT" val="1_1_1"/>
  <p:tag name="KSO_WM_SLIDE_THEME_ID" val="3316240"/>
  <p:tag name="KSO_WM_SLIDE_THEME_NAME" val="Purple Minimalist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81.xml><?xml version="1.0" encoding="utf-8"?>
<p:tagLst xmlns:p="http://schemas.openxmlformats.org/presentationml/2006/main">
  <p:tag name="KSO_WM_SLIDE_TYPE" val="text"/>
  <p:tag name="KSO_WM_BEAUTIFY_FLAG" val="#wm#"/>
</p:tagLst>
</file>

<file path=ppt/tags/tag82.xml><?xml version="1.0" encoding="utf-8"?>
<p:tagLst xmlns:p="http://schemas.openxmlformats.org/presentationml/2006/main">
  <p:tag name="KSO_WM_UNIT_TEXT" val="Introduc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SLIDE_TYPE" val="text"/>
  <p:tag name="KSO_WM_BEAUTIFY_FLAG" val="#wm#"/>
</p:tagLst>
</file>

<file path=ppt/tags/tag86.xml><?xml version="1.0" encoding="utf-8"?>
<p:tagLst xmlns:p="http://schemas.openxmlformats.org/presentationml/2006/main">
  <p:tag name="KSO_WM_UNIT_TEXT" val="What is AWS Systems Manager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89.xml><?xml version="1.0" encoding="utf-8"?>
<p:tagLst xmlns:p="http://schemas.openxmlformats.org/presentationml/2006/main">
  <p:tag name="KSO_WM_SLIDE_TYPE" val="text"/>
  <p:tag name="KSO_WM_BEAUTIFY_FLAG" val="#wm#"/>
</p:tagLst>
</file>

<file path=ppt/tags/tag90.xml><?xml version="1.0" encoding="utf-8"?>
<p:tagLst xmlns:p="http://schemas.openxmlformats.org/presentationml/2006/main">
  <p:tag name="KSO_WM_UNIT_TEXT" val="Why AWS Systems Manager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93.xml><?xml version="1.0" encoding="utf-8"?>
<p:tagLst xmlns:p="http://schemas.openxmlformats.org/presentationml/2006/main">
  <p:tag name="KSO_WM_SLIDE_TYPE" val="text"/>
  <p:tag name="KSO_WM_BEAUTIFY_FLAG" val="#wm#"/>
</p:tagLst>
</file>

<file path=ppt/tags/tag94.xml><?xml version="1.0" encoding="utf-8"?>
<p:tagLst xmlns:p="http://schemas.openxmlformats.org/presentationml/2006/main">
  <p:tag name="KSO_WM_UNIT_TEXT" val="Features of AWS Systems Manager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97.xml><?xml version="1.0" encoding="utf-8"?>
<p:tagLst xmlns:p="http://schemas.openxmlformats.org/presentationml/2006/main">
  <p:tag name="KSO_WM_SLIDE_TYPE" val="text"/>
  <p:tag name="KSO_WM_BEAUTIFY_FLAG" val="#wm#"/>
</p:tagLst>
</file>

<file path=ppt/tags/tag98.xml><?xml version="1.0" encoding="utf-8"?>
<p:tagLst xmlns:p="http://schemas.openxmlformats.org/presentationml/2006/main">
  <p:tag name="KSO_WM_UNIT_TEXT" val="How AWS Systems Manager Work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01.xml><?xml version="1.0" encoding="utf-8"?>
<p:tagLst xmlns:p="http://schemas.openxmlformats.org/presentationml/2006/main">
  <p:tag name="KSO_WM_SLIDE_TYPE" val="text"/>
  <p:tag name="KSO_WM_BEAUTIFY_FLAG" val="#wm#"/>
</p:tagLst>
</file>

<file path=ppt/tags/tag102.xml><?xml version="1.0" encoding="utf-8"?>
<p:tagLst xmlns:p="http://schemas.openxmlformats.org/presentationml/2006/main">
  <p:tag name="KSO_WM_UNIT_TEXT" val="Session Manager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05.xml><?xml version="1.0" encoding="utf-8"?>
<p:tagLst xmlns:p="http://schemas.openxmlformats.org/presentationml/2006/main">
  <p:tag name="KSO_WM_SLIDE_TYPE" val="text"/>
  <p:tag name="KSO_WM_BEAUTIFY_FLAG" val="#wm#"/>
</p:tagLst>
</file>

<file path=ppt/tags/tag106.xml><?xml version="1.0" encoding="utf-8"?>
<p:tagLst xmlns:p="http://schemas.openxmlformats.org/presentationml/2006/main">
  <p:tag name="KSO_WM_UNIT_TEXT" val="Patch Manager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09.xml><?xml version="1.0" encoding="utf-8"?>
<p:tagLst xmlns:p="http://schemas.openxmlformats.org/presentationml/2006/main">
  <p:tag name="KSO_WM_SLIDE_TYPE" val="text"/>
  <p:tag name="KSO_WM_BEAUTIFY_FLAG" val="#wm#"/>
</p:tagLst>
</file>

<file path=ppt/tags/tag110.xml><?xml version="1.0" encoding="utf-8"?>
<p:tagLst xmlns:p="http://schemas.openxmlformats.org/presentationml/2006/main">
  <p:tag name="KSO_WM_UNIT_TEXT" val="Parameter Stor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13.xml><?xml version="1.0" encoding="utf-8"?>
<p:tagLst xmlns:p="http://schemas.openxmlformats.org/presentationml/2006/main">
  <p:tag name="KSO_WM_SLIDE_TYPE" val="text"/>
  <p:tag name="KSO_WM_BEAUTIFY_FLAG" val="#wm#"/>
</p:tagLst>
</file>

<file path=ppt/tags/tag114.xml><?xml version="1.0" encoding="utf-8"?>
<p:tagLst xmlns:p="http://schemas.openxmlformats.org/presentationml/2006/main">
  <p:tag name="KSO_WM_UNIT_TEXT" val="Automa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1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17.xml><?xml version="1.0" encoding="utf-8"?>
<p:tagLst xmlns:p="http://schemas.openxmlformats.org/presentationml/2006/main">
  <p:tag name="KSO_WM_SLIDE_TYPE" val="text"/>
  <p:tag name="KSO_WM_BEAUTIFY_FLAG" val="#wm#"/>
</p:tagLst>
</file>

<file path=ppt/tags/tag118.xml><?xml version="1.0" encoding="utf-8"?>
<p:tagLst xmlns:p="http://schemas.openxmlformats.org/presentationml/2006/main">
  <p:tag name="KSO_WM_UNIT_TEXT" val="Inventory Management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1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21.xml><?xml version="1.0" encoding="utf-8"?>
<p:tagLst xmlns:p="http://schemas.openxmlformats.org/presentationml/2006/main">
  <p:tag name="KSO_WM_SLIDE_TYPE" val="text"/>
  <p:tag name="KSO_WM_BEAUTIFY_FLAG" val="#wm#"/>
</p:tagLst>
</file>

<file path=ppt/tags/tag122.xml><?xml version="1.0" encoding="utf-8"?>
<p:tagLst xmlns:p="http://schemas.openxmlformats.org/presentationml/2006/main">
  <p:tag name="KSO_WM_UNIT_TEXT" val="Integration with AWS Servic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2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5.xml><?xml version="1.0" encoding="utf-8"?>
<p:tagLst xmlns:p="http://schemas.openxmlformats.org/presentationml/2006/main">
  <p:tag name="KSO_WM_SLIDE_TYPE" val="text"/>
  <p:tag name="KSO_WM_BEAUTIFY_FLAG" val="#wm#"/>
</p:tagLst>
</file>

<file path=ppt/tags/tag126.xml><?xml version="1.0" encoding="utf-8"?>
<p:tagLst xmlns:p="http://schemas.openxmlformats.org/presentationml/2006/main">
  <p:tag name="KSO_WM_UNIT_TEXT" val="Monitoring and Security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2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9.xml><?xml version="1.0" encoding="utf-8"?>
<p:tagLst xmlns:p="http://schemas.openxmlformats.org/presentationml/2006/main">
  <p:tag name="KSO_WM_SLIDE_TYPE" val="text"/>
  <p:tag name="KSO_WM_BEAUTIFY_FLAG" val="#wm#"/>
</p:tagLst>
</file>

<file path=ppt/tags/tag130.xml><?xml version="1.0" encoding="utf-8"?>
<p:tagLst xmlns:p="http://schemas.openxmlformats.org/presentationml/2006/main">
  <p:tag name="KSO_WM_UNIT_TEXT" val="Real-Time Use Cas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33.xml><?xml version="1.0" encoding="utf-8"?>
<p:tagLst xmlns:p="http://schemas.openxmlformats.org/presentationml/2006/main">
  <p:tag name="KSO_WM_SLIDE_TYPE" val="text"/>
  <p:tag name="KSO_WM_BEAUTIFY_FLAG" val="#wm#"/>
</p:tagLst>
</file>

<file path=ppt/tags/tag134.xml><?xml version="1.0" encoding="utf-8"?>
<p:tagLst xmlns:p="http://schemas.openxmlformats.org/presentationml/2006/main">
  <p:tag name="KSO_WM_UNIT_TEXT" val="Advantag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7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85">
      <a:dk1>
        <a:srgbClr val="000000"/>
      </a:dk1>
      <a:lt1>
        <a:srgbClr val="FFFFFF"/>
      </a:lt1>
      <a:dk2>
        <a:srgbClr val="4E0054"/>
      </a:dk2>
      <a:lt2>
        <a:srgbClr val="FCEBFF"/>
      </a:lt2>
      <a:accent1>
        <a:srgbClr val="6E58F6"/>
      </a:accent1>
      <a:accent2>
        <a:srgbClr val="4530E1"/>
      </a:accent2>
      <a:accent3>
        <a:srgbClr val="A749E1"/>
      </a:accent3>
      <a:accent4>
        <a:srgbClr val="3B67FF"/>
      </a:accent4>
      <a:accent5>
        <a:srgbClr val="1EA2ED"/>
      </a:accent5>
      <a:accent6>
        <a:srgbClr val="63CC7A"/>
      </a:accent6>
      <a:hlink>
        <a:srgbClr val="304FFE"/>
      </a:hlink>
      <a:folHlink>
        <a:srgbClr val="492067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1715</Words>
  <Application>WPS Presentation</Application>
  <PresentationFormat>On-screen Show (4:3)</PresentationFormat>
  <Paragraphs>87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Wingdings</vt:lpstr>
      <vt:lpstr>Lato</vt:lpstr>
      <vt:lpstr>Segoe Print</vt:lpstr>
      <vt:lpstr>Manrope ExtraBold</vt:lpstr>
      <vt:lpstr>Office Theme</vt:lpstr>
      <vt:lpstr>1_Office Theme</vt:lpstr>
      <vt:lpstr>Your title here</vt:lpstr>
      <vt:lpstr>Introduction</vt:lpstr>
      <vt:lpstr>What is AWS Systems Manager?</vt:lpstr>
      <vt:lpstr>Why AWS Systems Manager?</vt:lpstr>
      <vt:lpstr>Features of AWS Systems Manager</vt:lpstr>
      <vt:lpstr>How AWS Systems Manager Works</vt:lpstr>
      <vt:lpstr>Session Manager</vt:lpstr>
      <vt:lpstr>Patch Manager</vt:lpstr>
      <vt:lpstr>Parameter Store</vt:lpstr>
      <vt:lpstr>Automation</vt:lpstr>
      <vt:lpstr>Inventory Management</vt:lpstr>
      <vt:lpstr>Integration with AWS Services</vt:lpstr>
      <vt:lpstr>Monitoring and Security</vt:lpstr>
      <vt:lpstr>Real-Time Use Case</vt:lpstr>
      <vt:lpstr>Advantages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sonia</cp:lastModifiedBy>
  <cp:revision>2</cp:revision>
  <dcterms:created xsi:type="dcterms:W3CDTF">2013-01-27T09:14:00Z</dcterms:created>
  <dcterms:modified xsi:type="dcterms:W3CDTF">2026-05-11T18:46:07Z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7F1D854F28F94CAA93FB0B43B236946B_13</vt:lpwstr>
  </property>
</Properties>
</file>