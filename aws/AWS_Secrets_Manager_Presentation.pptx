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1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5.xml"/><Relationship Id="rId7" Type="http://schemas.openxmlformats.org/officeDocument/2006/relationships/image" Target="../media/image2.svg"/><Relationship Id="rId6" Type="http://schemas.openxmlformats.org/officeDocument/2006/relationships/image" Target="../media/image1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2" Type="http://schemas.openxmlformats.org/officeDocument/2006/relationships/tags" Target="../tags/tag13.xml"/><Relationship Id="rId21" Type="http://schemas.openxmlformats.org/officeDocument/2006/relationships/tags" Target="../tags/tag12.xml"/><Relationship Id="rId20" Type="http://schemas.openxmlformats.org/officeDocument/2006/relationships/tags" Target="../tags/tag11.xml"/><Relationship Id="rId2" Type="http://schemas.openxmlformats.org/officeDocument/2006/relationships/tags" Target="../tags/tag1.xml"/><Relationship Id="rId19" Type="http://schemas.openxmlformats.org/officeDocument/2006/relationships/tags" Target="../tags/tag10.xml"/><Relationship Id="rId18" Type="http://schemas.openxmlformats.org/officeDocument/2006/relationships/tags" Target="../tags/tag9.xml"/><Relationship Id="rId17" Type="http://schemas.openxmlformats.org/officeDocument/2006/relationships/image" Target="../media/image8.svg"/><Relationship Id="rId16" Type="http://schemas.openxmlformats.org/officeDocument/2006/relationships/image" Target="../media/image7.png"/><Relationship Id="rId15" Type="http://schemas.openxmlformats.org/officeDocument/2006/relationships/tags" Target="../tags/tag8.xml"/><Relationship Id="rId14" Type="http://schemas.openxmlformats.org/officeDocument/2006/relationships/image" Target="../media/image6.svg"/><Relationship Id="rId13" Type="http://schemas.openxmlformats.org/officeDocument/2006/relationships/image" Target="../media/image5.png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tags" Target="../tags/tag18.xml"/><Relationship Id="rId16" Type="http://schemas.openxmlformats.org/officeDocument/2006/relationships/tags" Target="../tags/tag26.xml"/><Relationship Id="rId15" Type="http://schemas.openxmlformats.org/officeDocument/2006/relationships/tags" Target="../tags/tag25.xml"/><Relationship Id="rId14" Type="http://schemas.openxmlformats.org/officeDocument/2006/relationships/tags" Target="../tags/tag24.xml"/><Relationship Id="rId13" Type="http://schemas.openxmlformats.org/officeDocument/2006/relationships/image" Target="../media/image8.svg"/><Relationship Id="rId12" Type="http://schemas.openxmlformats.org/officeDocument/2006/relationships/image" Target="../media/image7.png"/><Relationship Id="rId11" Type="http://schemas.openxmlformats.org/officeDocument/2006/relationships/tags" Target="../tags/tag23.xm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31.xml"/><Relationship Id="rId7" Type="http://schemas.openxmlformats.org/officeDocument/2006/relationships/image" Target="../media/image2.svg"/><Relationship Id="rId6" Type="http://schemas.openxmlformats.org/officeDocument/2006/relationships/image" Target="../media/image1.png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1" Type="http://schemas.openxmlformats.org/officeDocument/2006/relationships/tags" Target="../tags/tag38.xml"/><Relationship Id="rId20" Type="http://schemas.openxmlformats.org/officeDocument/2006/relationships/tags" Target="../tags/tag37.xml"/><Relationship Id="rId2" Type="http://schemas.openxmlformats.org/officeDocument/2006/relationships/tags" Target="../tags/tag27.xml"/><Relationship Id="rId19" Type="http://schemas.openxmlformats.org/officeDocument/2006/relationships/tags" Target="../tags/tag36.xml"/><Relationship Id="rId18" Type="http://schemas.openxmlformats.org/officeDocument/2006/relationships/tags" Target="../tags/tag35.xml"/><Relationship Id="rId17" Type="http://schemas.openxmlformats.org/officeDocument/2006/relationships/tags" Target="../tags/tag34.xml"/><Relationship Id="rId16" Type="http://schemas.openxmlformats.org/officeDocument/2006/relationships/image" Target="../media/image8.svg"/><Relationship Id="rId15" Type="http://schemas.openxmlformats.org/officeDocument/2006/relationships/image" Target="../media/image7.png"/><Relationship Id="rId14" Type="http://schemas.openxmlformats.org/officeDocument/2006/relationships/tags" Target="../tags/tag33.xml"/><Relationship Id="rId13" Type="http://schemas.openxmlformats.org/officeDocument/2006/relationships/image" Target="../media/image6.svg"/><Relationship Id="rId12" Type="http://schemas.openxmlformats.org/officeDocument/2006/relationships/image" Target="../media/image5.png"/><Relationship Id="rId11" Type="http://schemas.openxmlformats.org/officeDocument/2006/relationships/tags" Target="../tags/tag32.xml"/><Relationship Id="rId10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tags" Target="../tags/tag39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tags" Target="../tags/tag4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tags" Target="../tags/tag72.xml"/><Relationship Id="rId10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81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tags" Target="../tags/tag80.xml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1" Type="http://schemas.openxmlformats.org/officeDocument/2006/relationships/tags" Target="../tags/tag90.xml"/><Relationship Id="rId20" Type="http://schemas.openxmlformats.org/officeDocument/2006/relationships/tags" Target="../tags/tag89.xml"/><Relationship Id="rId2" Type="http://schemas.openxmlformats.org/officeDocument/2006/relationships/tags" Target="../tags/tag79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image" Target="../media/image4.svg"/><Relationship Id="rId12" Type="http://schemas.openxmlformats.org/officeDocument/2006/relationships/image" Target="../media/image3.png"/><Relationship Id="rId11" Type="http://schemas.openxmlformats.org/officeDocument/2006/relationships/tags" Target="../tags/tag82.xml"/><Relationship Id="rId10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 11"/>
          <p:cNvSpPr/>
          <p:nvPr>
            <p:custDataLst>
              <p:tags r:id="rId2"/>
            </p:custDataLst>
          </p:nvPr>
        </p:nvSpPr>
        <p:spPr>
          <a:xfrm>
            <a:off x="185738" y="2345531"/>
            <a:ext cx="8998268" cy="3649504"/>
          </a:xfrm>
          <a:custGeom>
            <a:avLst/>
            <a:gdLst>
              <a:gd name="connsiteX0" fmla="*/ 12 w 18894"/>
              <a:gd name="connsiteY0" fmla="*/ 3352 h 7663"/>
              <a:gd name="connsiteX1" fmla="*/ 6330 w 18894"/>
              <a:gd name="connsiteY1" fmla="*/ 2960 h 7663"/>
              <a:gd name="connsiteX2" fmla="*/ 13261 w 18894"/>
              <a:gd name="connsiteY2" fmla="*/ 5282 h 7663"/>
              <a:gd name="connsiteX3" fmla="*/ 17566 w 18894"/>
              <a:gd name="connsiteY3" fmla="*/ 887 h 7663"/>
              <a:gd name="connsiteX4" fmla="*/ 18497 w 18894"/>
              <a:gd name="connsiteY4" fmla="*/ 1777 h 7663"/>
              <a:gd name="connsiteX5" fmla="*/ 17867 w 18894"/>
              <a:gd name="connsiteY5" fmla="*/ 3998 h 7663"/>
              <a:gd name="connsiteX6" fmla="*/ 18819 w 18894"/>
              <a:gd name="connsiteY6" fmla="*/ 4251 h 7663"/>
              <a:gd name="connsiteX7" fmla="*/ 18618 w 18894"/>
              <a:gd name="connsiteY7" fmla="*/ 7463 h 7663"/>
              <a:gd name="connsiteX8" fmla="*/ 16920 w 18894"/>
              <a:gd name="connsiteY8" fmla="*/ 7044 h 7663"/>
              <a:gd name="connsiteX9" fmla="*/ 12685 w 18894"/>
              <a:gd name="connsiteY9" fmla="*/ 7659 h 7663"/>
              <a:gd name="connsiteX10" fmla="*/ 5994 w 18894"/>
              <a:gd name="connsiteY10" fmla="*/ 7409 h 7663"/>
              <a:gd name="connsiteX11" fmla="*/ 1824 w 18894"/>
              <a:gd name="connsiteY11" fmla="*/ 7453 h 7663"/>
              <a:gd name="connsiteX12" fmla="*/ 12 w 18894"/>
              <a:gd name="connsiteY12" fmla="*/ 3352 h 7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894" h="7663">
                <a:moveTo>
                  <a:pt x="12" y="3352"/>
                </a:moveTo>
                <a:cubicBezTo>
                  <a:pt x="698" y="1764"/>
                  <a:pt x="4860" y="2840"/>
                  <a:pt x="6330" y="2960"/>
                </a:cubicBezTo>
                <a:cubicBezTo>
                  <a:pt x="7800" y="3080"/>
                  <a:pt x="11388" y="5628"/>
                  <a:pt x="13261" y="5282"/>
                </a:cubicBezTo>
                <a:cubicBezTo>
                  <a:pt x="16636" y="4307"/>
                  <a:pt x="17161" y="-2368"/>
                  <a:pt x="17566" y="887"/>
                </a:cubicBezTo>
                <a:cubicBezTo>
                  <a:pt x="18398" y="420"/>
                  <a:pt x="18605" y="751"/>
                  <a:pt x="18497" y="1777"/>
                </a:cubicBezTo>
                <a:cubicBezTo>
                  <a:pt x="18427" y="2378"/>
                  <a:pt x="18241" y="1943"/>
                  <a:pt x="17867" y="3998"/>
                </a:cubicBezTo>
                <a:cubicBezTo>
                  <a:pt x="18093" y="4658"/>
                  <a:pt x="18857" y="3826"/>
                  <a:pt x="18819" y="4251"/>
                </a:cubicBezTo>
                <a:cubicBezTo>
                  <a:pt x="18944" y="4829"/>
                  <a:pt x="18935" y="6998"/>
                  <a:pt x="18618" y="7463"/>
                </a:cubicBezTo>
                <a:cubicBezTo>
                  <a:pt x="18302" y="7929"/>
                  <a:pt x="19003" y="7077"/>
                  <a:pt x="16920" y="7044"/>
                </a:cubicBezTo>
                <a:cubicBezTo>
                  <a:pt x="15931" y="7077"/>
                  <a:pt x="14485" y="7622"/>
                  <a:pt x="12685" y="7659"/>
                </a:cubicBezTo>
                <a:cubicBezTo>
                  <a:pt x="7524" y="7661"/>
                  <a:pt x="9189" y="7710"/>
                  <a:pt x="5994" y="7409"/>
                </a:cubicBezTo>
                <a:cubicBezTo>
                  <a:pt x="3486" y="7256"/>
                  <a:pt x="3069" y="7498"/>
                  <a:pt x="1824" y="7453"/>
                </a:cubicBezTo>
                <a:cubicBezTo>
                  <a:pt x="1196" y="6933"/>
                  <a:pt x="-141" y="7632"/>
                  <a:pt x="12" y="3352"/>
                </a:cubicBezTo>
                <a:close/>
              </a:path>
            </a:pathLst>
          </a:custGeom>
          <a:gradFill>
            <a:gsLst>
              <a:gs pos="51000">
                <a:schemeClr val="accent6">
                  <a:alpha val="28000"/>
                </a:schemeClr>
              </a:gs>
              <a:gs pos="7000">
                <a:schemeClr val="bg1">
                  <a:alpha val="49000"/>
                </a:schemeClr>
              </a:gs>
              <a:gs pos="93000">
                <a:schemeClr val="accent6">
                  <a:alpha val="19000"/>
                </a:schemeClr>
              </a:gs>
              <a:gs pos="75000">
                <a:schemeClr val="accent6">
                  <a:alpha val="67000"/>
                </a:schemeClr>
              </a:gs>
              <a:gs pos="100000">
                <a:schemeClr val="tx1">
                  <a:alpha val="0"/>
                </a:schemeClr>
              </a:gs>
            </a:gsLst>
            <a:lin ang="60000" scaled="0"/>
          </a:gradFill>
          <a:effectLst>
            <a:softEdge rad="469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/>
          </a:p>
        </p:txBody>
      </p:sp>
      <p:sp>
        <p:nvSpPr>
          <p:cNvPr id="11" name="任意多边形 10"/>
          <p:cNvSpPr/>
          <p:nvPr>
            <p:custDataLst>
              <p:tags r:id="rId3"/>
            </p:custDataLst>
          </p:nvPr>
        </p:nvSpPr>
        <p:spPr>
          <a:xfrm>
            <a:off x="1152525" y="973931"/>
            <a:ext cx="7762399" cy="4192905"/>
          </a:xfrm>
          <a:custGeom>
            <a:avLst/>
            <a:gdLst>
              <a:gd name="connsiteX0" fmla="*/ 212 w 16298"/>
              <a:gd name="connsiteY0" fmla="*/ 4000 h 8803"/>
              <a:gd name="connsiteX1" fmla="*/ 5867 w 16298"/>
              <a:gd name="connsiteY1" fmla="*/ 4237 h 8803"/>
              <a:gd name="connsiteX2" fmla="*/ 10307 w 16298"/>
              <a:gd name="connsiteY2" fmla="*/ 2456 h 8803"/>
              <a:gd name="connsiteX3" fmla="*/ 12768 w 16298"/>
              <a:gd name="connsiteY3" fmla="*/ 1273 h 8803"/>
              <a:gd name="connsiteX4" fmla="*/ 14207 w 16298"/>
              <a:gd name="connsiteY4" fmla="*/ 22 h 8803"/>
              <a:gd name="connsiteX5" fmla="*/ 15759 w 16298"/>
              <a:gd name="connsiteY5" fmla="*/ 1624 h 8803"/>
              <a:gd name="connsiteX6" fmla="*/ 14227 w 16298"/>
              <a:gd name="connsiteY6" fmla="*/ 5898 h 8803"/>
              <a:gd name="connsiteX7" fmla="*/ 10450 w 16298"/>
              <a:gd name="connsiteY7" fmla="*/ 8803 h 8803"/>
              <a:gd name="connsiteX8" fmla="*/ 3812 w 16298"/>
              <a:gd name="connsiteY8" fmla="*/ 6100 h 8803"/>
              <a:gd name="connsiteX9" fmla="*/ 212 w 16298"/>
              <a:gd name="connsiteY9" fmla="*/ 4000 h 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299" h="8804">
                <a:moveTo>
                  <a:pt x="212" y="4000"/>
                </a:moveTo>
                <a:cubicBezTo>
                  <a:pt x="812" y="3026"/>
                  <a:pt x="4781" y="5050"/>
                  <a:pt x="5867" y="4237"/>
                </a:cubicBezTo>
                <a:cubicBezTo>
                  <a:pt x="6953" y="3424"/>
                  <a:pt x="8298" y="2757"/>
                  <a:pt x="10307" y="2456"/>
                </a:cubicBezTo>
                <a:cubicBezTo>
                  <a:pt x="11598" y="1722"/>
                  <a:pt x="10473" y="1154"/>
                  <a:pt x="12768" y="1273"/>
                </a:cubicBezTo>
                <a:cubicBezTo>
                  <a:pt x="13758" y="973"/>
                  <a:pt x="12513" y="55"/>
                  <a:pt x="14207" y="22"/>
                </a:cubicBezTo>
                <a:cubicBezTo>
                  <a:pt x="17774" y="-141"/>
                  <a:pt x="15680" y="601"/>
                  <a:pt x="15759" y="1624"/>
                </a:cubicBezTo>
                <a:cubicBezTo>
                  <a:pt x="14493" y="3968"/>
                  <a:pt x="14861" y="4428"/>
                  <a:pt x="14227" y="5898"/>
                </a:cubicBezTo>
                <a:cubicBezTo>
                  <a:pt x="13576" y="6893"/>
                  <a:pt x="13023" y="8787"/>
                  <a:pt x="10450" y="8803"/>
                </a:cubicBezTo>
                <a:cubicBezTo>
                  <a:pt x="7877" y="8819"/>
                  <a:pt x="5880" y="6197"/>
                  <a:pt x="3812" y="6100"/>
                </a:cubicBezTo>
                <a:cubicBezTo>
                  <a:pt x="2252" y="5845"/>
                  <a:pt x="-835" y="5170"/>
                  <a:pt x="212" y="4000"/>
                </a:cubicBezTo>
                <a:close/>
              </a:path>
            </a:pathLst>
          </a:custGeom>
          <a:gradFill>
            <a:gsLst>
              <a:gs pos="43000">
                <a:schemeClr val="bg2">
                  <a:alpha val="0"/>
                </a:schemeClr>
              </a:gs>
              <a:gs pos="88000">
                <a:schemeClr val="accent1"/>
              </a:gs>
            </a:gsLst>
            <a:lin ang="3780000" scaled="0"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/>
          </a:p>
        </p:txBody>
      </p:sp>
      <p:sp>
        <p:nvSpPr>
          <p:cNvPr id="10" name="任意多边形 9"/>
          <p:cNvSpPr/>
          <p:nvPr>
            <p:custDataLst>
              <p:tags r:id="rId4"/>
            </p:custDataLst>
          </p:nvPr>
        </p:nvSpPr>
        <p:spPr>
          <a:xfrm>
            <a:off x="2819876" y="2539841"/>
            <a:ext cx="5213033" cy="2690813"/>
          </a:xfrm>
          <a:custGeom>
            <a:avLst/>
            <a:gdLst>
              <a:gd name="connsiteX0" fmla="*/ 374 w 10945"/>
              <a:gd name="connsiteY0" fmla="*/ 1010 h 5649"/>
              <a:gd name="connsiteX1" fmla="*/ 3387 w 10945"/>
              <a:gd name="connsiteY1" fmla="*/ 1077 h 5649"/>
              <a:gd name="connsiteX2" fmla="*/ 7812 w 10945"/>
              <a:gd name="connsiteY2" fmla="*/ 3972 h 5649"/>
              <a:gd name="connsiteX3" fmla="*/ 10153 w 10945"/>
              <a:gd name="connsiteY3" fmla="*/ 354 h 5649"/>
              <a:gd name="connsiteX4" fmla="*/ 10918 w 10945"/>
              <a:gd name="connsiteY4" fmla="*/ 579 h 5649"/>
              <a:gd name="connsiteX5" fmla="*/ 10438 w 10945"/>
              <a:gd name="connsiteY5" fmla="*/ 2799 h 5649"/>
              <a:gd name="connsiteX6" fmla="*/ 7284 w 10945"/>
              <a:gd name="connsiteY6" fmla="*/ 5649 h 5649"/>
              <a:gd name="connsiteX7" fmla="*/ 1887 w 10945"/>
              <a:gd name="connsiteY7" fmla="*/ 2536 h 5649"/>
              <a:gd name="connsiteX8" fmla="*/ 374 w 10945"/>
              <a:gd name="connsiteY8" fmla="*/ 1010 h 5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946" h="5650">
                <a:moveTo>
                  <a:pt x="374" y="1010"/>
                </a:moveTo>
                <a:cubicBezTo>
                  <a:pt x="716" y="188"/>
                  <a:pt x="1647" y="162"/>
                  <a:pt x="3387" y="1077"/>
                </a:cubicBezTo>
                <a:cubicBezTo>
                  <a:pt x="5127" y="1992"/>
                  <a:pt x="6156" y="3930"/>
                  <a:pt x="7812" y="3972"/>
                </a:cubicBezTo>
                <a:cubicBezTo>
                  <a:pt x="11353" y="2336"/>
                  <a:pt x="9838" y="789"/>
                  <a:pt x="10153" y="354"/>
                </a:cubicBezTo>
                <a:cubicBezTo>
                  <a:pt x="10453" y="159"/>
                  <a:pt x="10839" y="-444"/>
                  <a:pt x="10918" y="579"/>
                </a:cubicBezTo>
                <a:cubicBezTo>
                  <a:pt x="11053" y="1180"/>
                  <a:pt x="10663" y="1720"/>
                  <a:pt x="10438" y="2799"/>
                </a:cubicBezTo>
                <a:cubicBezTo>
                  <a:pt x="9787" y="3794"/>
                  <a:pt x="9857" y="5633"/>
                  <a:pt x="7284" y="5649"/>
                </a:cubicBezTo>
                <a:cubicBezTo>
                  <a:pt x="4711" y="5665"/>
                  <a:pt x="3955" y="2633"/>
                  <a:pt x="1887" y="2536"/>
                </a:cubicBezTo>
                <a:cubicBezTo>
                  <a:pt x="687" y="1754"/>
                  <a:pt x="-673" y="2180"/>
                  <a:pt x="374" y="1010"/>
                </a:cubicBezTo>
                <a:close/>
              </a:path>
            </a:pathLst>
          </a:custGeom>
          <a:gradFill>
            <a:gsLst>
              <a:gs pos="23000">
                <a:srgbClr val="00039C">
                  <a:lumMod val="57000"/>
                  <a:alpha val="0"/>
                </a:srgbClr>
              </a:gs>
              <a:gs pos="100000">
                <a:schemeClr val="accent1"/>
              </a:gs>
            </a:gsLst>
            <a:lin ang="3780000" scaled="0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/>
          </a:p>
        </p:txBody>
      </p:sp>
      <p:pic>
        <p:nvPicPr>
          <p:cNvPr id="13" name="下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9809" t="17662" r="19809" b="26305"/>
          <a:stretch>
            <a:fillRect/>
          </a:stretch>
        </p:blipFill>
        <p:spPr>
          <a:xfrm>
            <a:off x="1905" y="857250"/>
            <a:ext cx="9144000" cy="51435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4" name="上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25911" r="36662" b="25239"/>
          <a:stretch>
            <a:fillRect/>
          </a:stretch>
        </p:blipFill>
        <p:spPr>
          <a:xfrm>
            <a:off x="2677954" y="857250"/>
            <a:ext cx="6466046" cy="5143500"/>
          </a:xfrm>
          <a:custGeom>
            <a:avLst/>
            <a:gdLst>
              <a:gd name="connsiteX0" fmla="*/ 0 w 8621233"/>
              <a:gd name="connsiteY0" fmla="*/ 0 h 6858000"/>
              <a:gd name="connsiteX1" fmla="*/ 8621233 w 8621233"/>
              <a:gd name="connsiteY1" fmla="*/ 0 h 6858000"/>
              <a:gd name="connsiteX2" fmla="*/ 8621233 w 8621233"/>
              <a:gd name="connsiteY2" fmla="*/ 6858000 h 6858000"/>
              <a:gd name="connsiteX3" fmla="*/ 0 w 862123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1233" h="6858000">
                <a:moveTo>
                  <a:pt x="0" y="0"/>
                </a:moveTo>
                <a:lnTo>
                  <a:pt x="8621233" y="0"/>
                </a:lnTo>
                <a:lnTo>
                  <a:pt x="862123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标题"/>
          <p:cNvSpPr txBox="1">
            <a:spLocks noGrp="1"/>
          </p:cNvSpPr>
          <p:nvPr>
            <p:ph type="title" idx="5" hasCustomPrompt="1"/>
            <p:custDataLst>
              <p:tags r:id="rId11"/>
            </p:custDataLst>
          </p:nvPr>
        </p:nvSpPr>
        <p:spPr>
          <a:xfrm>
            <a:off x="1090136" y="917734"/>
            <a:ext cx="6942296" cy="2692241"/>
          </a:xfrm>
          <a:prstGeom prst="rect">
            <a:avLst/>
          </a:prstGeom>
          <a:noFill/>
        </p:spPr>
        <p:txBody>
          <a:bodyPr wrap="square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05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pic>
        <p:nvPicPr>
          <p:cNvPr id="16" name="图形 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6200000">
            <a:off x="8529638" y="1228725"/>
            <a:ext cx="171450" cy="171450"/>
          </a:xfrm>
          <a:prstGeom prst="rect">
            <a:avLst/>
          </a:prstGeom>
        </p:spPr>
      </p:pic>
      <p:pic>
        <p:nvPicPr>
          <p:cNvPr id="17" name="图形 2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5400000" flipH="1">
            <a:off x="8358188" y="1228725"/>
            <a:ext cx="171450" cy="171450"/>
          </a:xfrm>
          <a:prstGeom prst="rect">
            <a:avLst/>
          </a:prstGeom>
        </p:spPr>
      </p:pic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18"/>
            </p:custDataLst>
          </p:nvPr>
        </p:nvSpPr>
        <p:spPr>
          <a:xfrm>
            <a:off x="1090136" y="3637533"/>
            <a:ext cx="5146358" cy="336709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35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latin typeface="+mj-lt"/>
                <a:sym typeface="+mn-ea"/>
              </a:rPr>
              <a:t>Click to add text</a:t>
            </a:r>
            <a:endParaRPr dirty="0" err="1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19"/>
            </p:custDataLst>
          </p:nvPr>
        </p:nvSpPr>
        <p:spPr>
          <a:xfrm>
            <a:off x="1152525" y="4192905"/>
            <a:ext cx="1202055" cy="314325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1"/>
              </a:gs>
              <a:gs pos="100000">
                <a:schemeClr val="accent6"/>
              </a:gs>
            </a:gsLst>
            <a:lin ang="1560000" scaled="0"/>
          </a:gradFill>
        </p:spPr>
        <p:txBody>
          <a:bodyPr wrap="square" lIns="91440" tIns="45720" rIns="91440" bIns="45720" rtlCol="0" anchor="ctr" anchorCtr="0">
            <a:normAutofit/>
          </a:bodyPr>
          <a:lstStyle>
            <a:defPPr>
              <a:defRPr lang="en-US">
                <a:latin typeface="+mn-lt"/>
              </a:defRPr>
            </a:defPPr>
            <a:lvl1pPr marL="0" marR="0" lvl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 kumimoji="0" lang="en-US" sz="900" b="0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  <a:lvl2pPr marL="342900" algn="l" defTabSz="914400" rtl="0" eaLnBrk="1" latinLnBrk="0" hangingPunct="1">
              <a:defRPr sz="1350" kern="1200">
                <a:solidFill>
                  <a:schemeClr val="tx1"/>
                </a:solidFill>
                <a:latin typeface="+mn-lt"/>
              </a:defRPr>
            </a:lvl2pPr>
            <a:lvl3pPr marL="685800" algn="l" defTabSz="914400" rtl="0" eaLnBrk="1" latinLnBrk="0" hangingPunct="1">
              <a:defRPr sz="1350" kern="1200">
                <a:solidFill>
                  <a:schemeClr val="tx1"/>
                </a:solidFill>
                <a:latin typeface="+mn-lt"/>
              </a:defRPr>
            </a:lvl3pPr>
            <a:lvl4pPr marL="1028700" algn="l" defTabSz="914400" rtl="0" eaLnBrk="1" latinLnBrk="0" hangingPunct="1">
              <a:defRPr sz="1350" kern="1200">
                <a:solidFill>
                  <a:schemeClr val="tx1"/>
                </a:solidFill>
                <a:latin typeface="+mn-lt"/>
              </a:defRPr>
            </a:lvl4pPr>
            <a:lvl5pPr marL="1371600" algn="l" defTabSz="914400" rtl="0" eaLnBrk="1" latinLnBrk="0" hangingPunct="1">
              <a:defRPr sz="1350" kern="1200">
                <a:solidFill>
                  <a:schemeClr val="tx1"/>
                </a:solidFill>
                <a:latin typeface="+mn-lt"/>
              </a:defRPr>
            </a:lvl5pPr>
            <a:lvl6pPr marL="1714500" algn="l" defTabSz="914400" rtl="0" eaLnBrk="1" latinLnBrk="0" hangingPunct="1">
              <a:defRPr sz="1350" kern="1200">
                <a:solidFill>
                  <a:schemeClr val="tx1"/>
                </a:solidFill>
                <a:latin typeface="+mn-lt"/>
              </a:defRPr>
            </a:lvl6pPr>
            <a:lvl7pPr marL="2057400" algn="l" defTabSz="914400" rtl="0" eaLnBrk="1" latinLnBrk="0" hangingPunct="1">
              <a:defRPr sz="1350" kern="1200">
                <a:solidFill>
                  <a:schemeClr val="tx1"/>
                </a:solidFill>
                <a:latin typeface="+mn-lt"/>
              </a:defRPr>
            </a:lvl7pPr>
            <a:lvl8pPr marL="2400300" algn="l" defTabSz="914400" rtl="0" eaLnBrk="1" latinLnBrk="0" hangingPunct="1">
              <a:defRPr sz="1350" kern="1200">
                <a:solidFill>
                  <a:schemeClr val="tx1"/>
                </a:solidFill>
                <a:latin typeface="+mn-lt"/>
              </a:defRPr>
            </a:lvl8pPr>
            <a:lvl9pPr marL="2743200" algn="l" defTabSz="914400" rtl="0" eaLnBrk="1" latinLnBrk="0" hangingPunct="1">
              <a:defRPr sz="1350" kern="1200">
                <a:solidFill>
                  <a:schemeClr val="tx1"/>
                </a:solidFill>
                <a:latin typeface="+mn-lt"/>
              </a:defRPr>
            </a:lvl9pPr>
          </a:lstStyle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0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1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2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BFB2593B-2579-44A3-B865-FD17D80A44F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/>
          <p:cNvSpPr/>
          <p:nvPr>
            <p:custDataLst>
              <p:tags r:id="rId2"/>
            </p:custDataLst>
          </p:nvPr>
        </p:nvSpPr>
        <p:spPr>
          <a:xfrm>
            <a:off x="428625" y="1154430"/>
            <a:ext cx="481489" cy="481489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81000">
                <a:schemeClr val="accent6">
                  <a:alpha val="100000"/>
                </a:schemeClr>
              </a:gs>
            </a:gsLst>
            <a:lin ang="29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/>
          </a:p>
        </p:txBody>
      </p:sp>
      <p:sp>
        <p:nvSpPr>
          <p:cNvPr id="8" name="正文"/>
          <p:cNvSpPr txBox="1">
            <a:spLocks noGrp="1"/>
          </p:cNvSpPr>
          <p:nvPr>
            <p:ph idx="2" hasCustomPrompt="1"/>
            <p:custDataLst>
              <p:tags r:id="rId3"/>
            </p:custDataLst>
          </p:nvPr>
        </p:nvSpPr>
        <p:spPr>
          <a:xfrm>
            <a:off x="456300" y="1975050"/>
            <a:ext cx="8226900" cy="35694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456300" y="1313550"/>
            <a:ext cx="8226900" cy="5292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下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3279" t="21399" r="19809" b="26305"/>
          <a:stretch>
            <a:fillRect/>
          </a:stretch>
        </p:blipFill>
        <p:spPr>
          <a:xfrm rot="9840000">
            <a:off x="4816221" y="3186475"/>
            <a:ext cx="4876337" cy="3294959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39" h="6919">
                <a:moveTo>
                  <a:pt x="1984" y="0"/>
                </a:moveTo>
                <a:lnTo>
                  <a:pt x="10239" y="2367"/>
                </a:lnTo>
                <a:lnTo>
                  <a:pt x="10239" y="6919"/>
                </a:lnTo>
                <a:lnTo>
                  <a:pt x="0" y="6919"/>
                </a:lnTo>
                <a:lnTo>
                  <a:pt x="1984" y="0"/>
                </a:lnTo>
                <a:close/>
              </a:path>
            </a:pathLst>
          </a:custGeom>
        </p:spPr>
      </p:pic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-10477" y="1648301"/>
            <a:ext cx="2747963" cy="356139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5770" h="7478">
                <a:moveTo>
                  <a:pt x="2031" y="0"/>
                </a:moveTo>
                <a:cubicBezTo>
                  <a:pt x="4096" y="0"/>
                  <a:pt x="5770" y="1674"/>
                  <a:pt x="5770" y="3739"/>
                </a:cubicBezTo>
                <a:cubicBezTo>
                  <a:pt x="5770" y="5804"/>
                  <a:pt x="4096" y="7478"/>
                  <a:pt x="2031" y="7478"/>
                </a:cubicBezTo>
                <a:cubicBezTo>
                  <a:pt x="1289" y="7478"/>
                  <a:pt x="597" y="7262"/>
                  <a:pt x="16" y="6889"/>
                </a:cubicBezTo>
                <a:lnTo>
                  <a:pt x="0" y="6879"/>
                </a:lnTo>
                <a:lnTo>
                  <a:pt x="0" y="599"/>
                </a:lnTo>
                <a:lnTo>
                  <a:pt x="16" y="589"/>
                </a:lnTo>
                <a:cubicBezTo>
                  <a:pt x="597" y="216"/>
                  <a:pt x="1289" y="0"/>
                  <a:pt x="2031" y="0"/>
                </a:cubicBezTo>
                <a:close/>
              </a:path>
            </a:pathLst>
          </a:custGeom>
          <a:gradFill>
            <a:gsLst>
              <a:gs pos="7000">
                <a:schemeClr val="accent1">
                  <a:alpha val="0"/>
                </a:schemeClr>
              </a:gs>
              <a:gs pos="58000">
                <a:schemeClr val="accent1">
                  <a:alpha val="0"/>
                </a:schemeClr>
              </a:gs>
              <a:gs pos="100000">
                <a:schemeClr val="accent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US" sz="1350"/>
          </a:p>
        </p:txBody>
      </p:sp>
      <p:sp>
        <p:nvSpPr>
          <p:cNvPr id="7" name="椭圆 6"/>
          <p:cNvSpPr/>
          <p:nvPr>
            <p:custDataLst>
              <p:tags r:id="rId6"/>
            </p:custDataLst>
          </p:nvPr>
        </p:nvSpPr>
        <p:spPr>
          <a:xfrm>
            <a:off x="1260634" y="856774"/>
            <a:ext cx="3975259" cy="5143500"/>
          </a:xfrm>
          <a:prstGeom prst="ellipse">
            <a:avLst/>
          </a:prstGeom>
          <a:gradFill>
            <a:gsLst>
              <a:gs pos="62000">
                <a:schemeClr val="accent1">
                  <a:alpha val="0"/>
                </a:schemeClr>
              </a:gs>
              <a:gs pos="85000">
                <a:schemeClr val="accent1">
                  <a:alpha val="9000"/>
                </a:schemeClr>
              </a:gs>
              <a:gs pos="100000">
                <a:schemeClr val="accent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/>
          </a:p>
        </p:txBody>
      </p:sp>
      <p:sp>
        <p:nvSpPr>
          <p:cNvPr id="6" name="标题"/>
          <p:cNvSpPr txBox="1">
            <a:spLocks noGrp="1"/>
          </p:cNvSpPr>
          <p:nvPr>
            <p:ph type="title" idx="3" hasCustomPrompt="1"/>
            <p:custDataLst>
              <p:tags r:id="rId7"/>
            </p:custDataLst>
          </p:nvPr>
        </p:nvSpPr>
        <p:spPr>
          <a:xfrm>
            <a:off x="5557361" y="2976086"/>
            <a:ext cx="2831783" cy="90582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3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 err="1">
                <a:latin typeface="+mj-lt"/>
                <a:sym typeface="+mn-ea"/>
              </a:rPr>
              <a:t>Click to add title</a:t>
            </a:r>
            <a:endParaRPr dirty="0" err="1">
              <a:sym typeface="+mn-ea"/>
            </a:endParaRPr>
          </a:p>
        </p:txBody>
      </p:sp>
      <p:pic>
        <p:nvPicPr>
          <p:cNvPr id="47" name="图形 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8529638" y="1228725"/>
            <a:ext cx="171450" cy="171450"/>
          </a:xfrm>
          <a:prstGeom prst="rect">
            <a:avLst/>
          </a:prstGeom>
        </p:spPr>
      </p:pic>
      <p:pic>
        <p:nvPicPr>
          <p:cNvPr id="48" name="图形 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400000" flipH="1">
            <a:off x="8358188" y="1228725"/>
            <a:ext cx="171450" cy="17145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BFB2593B-2579-44A3-B865-FD17D80A44F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/>
          <p:nvPr>
            <p:custDataLst>
              <p:tags r:id="rId2"/>
            </p:custDataLst>
          </p:nvPr>
        </p:nvSpPr>
        <p:spPr>
          <a:xfrm>
            <a:off x="0" y="2345358"/>
            <a:ext cx="4714399" cy="3649201"/>
          </a:xfrm>
          <a:custGeom>
            <a:avLst/>
            <a:gdLst>
              <a:gd name="connsiteX0" fmla="*/ 12 w 18894"/>
              <a:gd name="connsiteY0" fmla="*/ 3352 h 7663"/>
              <a:gd name="connsiteX1" fmla="*/ 6330 w 18894"/>
              <a:gd name="connsiteY1" fmla="*/ 2960 h 7663"/>
              <a:gd name="connsiteX2" fmla="*/ 13261 w 18894"/>
              <a:gd name="connsiteY2" fmla="*/ 5282 h 7663"/>
              <a:gd name="connsiteX3" fmla="*/ 17566 w 18894"/>
              <a:gd name="connsiteY3" fmla="*/ 887 h 7663"/>
              <a:gd name="connsiteX4" fmla="*/ 18497 w 18894"/>
              <a:gd name="connsiteY4" fmla="*/ 1777 h 7663"/>
              <a:gd name="connsiteX5" fmla="*/ 17867 w 18894"/>
              <a:gd name="connsiteY5" fmla="*/ 3998 h 7663"/>
              <a:gd name="connsiteX6" fmla="*/ 18819 w 18894"/>
              <a:gd name="connsiteY6" fmla="*/ 4251 h 7663"/>
              <a:gd name="connsiteX7" fmla="*/ 18618 w 18894"/>
              <a:gd name="connsiteY7" fmla="*/ 7463 h 7663"/>
              <a:gd name="connsiteX8" fmla="*/ 16920 w 18894"/>
              <a:gd name="connsiteY8" fmla="*/ 7044 h 7663"/>
              <a:gd name="connsiteX9" fmla="*/ 12685 w 18894"/>
              <a:gd name="connsiteY9" fmla="*/ 7659 h 7663"/>
              <a:gd name="connsiteX10" fmla="*/ 5994 w 18894"/>
              <a:gd name="connsiteY10" fmla="*/ 7409 h 7663"/>
              <a:gd name="connsiteX11" fmla="*/ 1824 w 18894"/>
              <a:gd name="connsiteY11" fmla="*/ 7453 h 7663"/>
              <a:gd name="connsiteX12" fmla="*/ 12 w 18894"/>
              <a:gd name="connsiteY12" fmla="*/ 3352 h 7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899" h="7662">
                <a:moveTo>
                  <a:pt x="8309" y="0"/>
                </a:moveTo>
                <a:cubicBezTo>
                  <a:pt x="8415" y="5"/>
                  <a:pt x="8496" y="264"/>
                  <a:pt x="8574" y="887"/>
                </a:cubicBezTo>
                <a:cubicBezTo>
                  <a:pt x="9406" y="420"/>
                  <a:pt x="9613" y="751"/>
                  <a:pt x="9505" y="1777"/>
                </a:cubicBezTo>
                <a:cubicBezTo>
                  <a:pt x="9435" y="2378"/>
                  <a:pt x="9249" y="1943"/>
                  <a:pt x="8875" y="3998"/>
                </a:cubicBezTo>
                <a:cubicBezTo>
                  <a:pt x="9101" y="4658"/>
                  <a:pt x="9865" y="3826"/>
                  <a:pt x="9827" y="4251"/>
                </a:cubicBezTo>
                <a:cubicBezTo>
                  <a:pt x="9864" y="4423"/>
                  <a:pt x="9889" y="4735"/>
                  <a:pt x="9898" y="5101"/>
                </a:cubicBezTo>
                <a:lnTo>
                  <a:pt x="9899" y="5131"/>
                </a:lnTo>
                <a:lnTo>
                  <a:pt x="9899" y="5670"/>
                </a:lnTo>
                <a:lnTo>
                  <a:pt x="9897" y="5774"/>
                </a:lnTo>
                <a:cubicBezTo>
                  <a:pt x="9876" y="6488"/>
                  <a:pt x="9794" y="7216"/>
                  <a:pt x="9626" y="7463"/>
                </a:cubicBezTo>
                <a:cubicBezTo>
                  <a:pt x="9310" y="7929"/>
                  <a:pt x="10011" y="7077"/>
                  <a:pt x="7928" y="7044"/>
                </a:cubicBezTo>
                <a:cubicBezTo>
                  <a:pt x="6939" y="7077"/>
                  <a:pt x="5493" y="7622"/>
                  <a:pt x="3693" y="7659"/>
                </a:cubicBezTo>
                <a:cubicBezTo>
                  <a:pt x="2866" y="7660"/>
                  <a:pt x="2215" y="7661"/>
                  <a:pt x="1691" y="7662"/>
                </a:cubicBezTo>
                <a:lnTo>
                  <a:pt x="1665" y="7662"/>
                </a:lnTo>
                <a:lnTo>
                  <a:pt x="382" y="7662"/>
                </a:lnTo>
                <a:lnTo>
                  <a:pt x="360" y="7662"/>
                </a:lnTo>
                <a:cubicBezTo>
                  <a:pt x="241" y="7662"/>
                  <a:pt x="134" y="7661"/>
                  <a:pt x="36" y="7659"/>
                </a:cubicBezTo>
                <a:lnTo>
                  <a:pt x="0" y="7658"/>
                </a:lnTo>
                <a:lnTo>
                  <a:pt x="0" y="3989"/>
                </a:lnTo>
                <a:lnTo>
                  <a:pt x="42" y="4009"/>
                </a:lnTo>
                <a:cubicBezTo>
                  <a:pt x="1530" y="4715"/>
                  <a:pt x="3186" y="5482"/>
                  <a:pt x="4269" y="5282"/>
                </a:cubicBezTo>
                <a:cubicBezTo>
                  <a:pt x="6998" y="4494"/>
                  <a:pt x="7864" y="-21"/>
                  <a:pt x="8309" y="0"/>
                </a:cubicBezTo>
                <a:close/>
              </a:path>
            </a:pathLst>
          </a:custGeom>
          <a:gradFill>
            <a:gsLst>
              <a:gs pos="51000">
                <a:schemeClr val="accent6">
                  <a:alpha val="28000"/>
                </a:schemeClr>
              </a:gs>
              <a:gs pos="0">
                <a:schemeClr val="tx1">
                  <a:alpha val="0"/>
                </a:schemeClr>
              </a:gs>
              <a:gs pos="93000">
                <a:schemeClr val="accent6">
                  <a:alpha val="19000"/>
                </a:schemeClr>
              </a:gs>
              <a:gs pos="75000">
                <a:schemeClr val="accent6">
                  <a:alpha val="67000"/>
                </a:schemeClr>
              </a:gs>
              <a:gs pos="100000">
                <a:schemeClr val="tx1">
                  <a:alpha val="0"/>
                </a:schemeClr>
              </a:gs>
            </a:gsLst>
            <a:lin ang="60000" scaled="0"/>
          </a:gradFill>
          <a:effectLst>
            <a:softEdge rad="469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US" sz="1350"/>
          </a:p>
        </p:txBody>
      </p:sp>
      <p:sp>
        <p:nvSpPr>
          <p:cNvPr id="12" name="任意多边形 11"/>
          <p:cNvSpPr/>
          <p:nvPr>
            <p:custDataLst>
              <p:tags r:id="rId3"/>
            </p:custDataLst>
          </p:nvPr>
        </p:nvSpPr>
        <p:spPr>
          <a:xfrm>
            <a:off x="0" y="973694"/>
            <a:ext cx="4446503" cy="4192700"/>
          </a:xfrm>
          <a:custGeom>
            <a:avLst/>
            <a:gdLst>
              <a:gd name="connsiteX0" fmla="*/ 212 w 16298"/>
              <a:gd name="connsiteY0" fmla="*/ 4000 h 8803"/>
              <a:gd name="connsiteX1" fmla="*/ 5867 w 16298"/>
              <a:gd name="connsiteY1" fmla="*/ 4237 h 8803"/>
              <a:gd name="connsiteX2" fmla="*/ 10307 w 16298"/>
              <a:gd name="connsiteY2" fmla="*/ 2456 h 8803"/>
              <a:gd name="connsiteX3" fmla="*/ 12768 w 16298"/>
              <a:gd name="connsiteY3" fmla="*/ 1273 h 8803"/>
              <a:gd name="connsiteX4" fmla="*/ 14207 w 16298"/>
              <a:gd name="connsiteY4" fmla="*/ 22 h 8803"/>
              <a:gd name="connsiteX5" fmla="*/ 15759 w 16298"/>
              <a:gd name="connsiteY5" fmla="*/ 1624 h 8803"/>
              <a:gd name="connsiteX6" fmla="*/ 14227 w 16298"/>
              <a:gd name="connsiteY6" fmla="*/ 5898 h 8803"/>
              <a:gd name="connsiteX7" fmla="*/ 10450 w 16298"/>
              <a:gd name="connsiteY7" fmla="*/ 8803 h 8803"/>
              <a:gd name="connsiteX8" fmla="*/ 3812 w 16298"/>
              <a:gd name="connsiteY8" fmla="*/ 6100 h 8803"/>
              <a:gd name="connsiteX9" fmla="*/ 212 w 16298"/>
              <a:gd name="connsiteY9" fmla="*/ 4000 h 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36" h="8804">
                <a:moveTo>
                  <a:pt x="8105" y="0"/>
                </a:moveTo>
                <a:cubicBezTo>
                  <a:pt x="10438" y="1"/>
                  <a:pt x="8725" y="697"/>
                  <a:pt x="8797" y="1624"/>
                </a:cubicBezTo>
                <a:cubicBezTo>
                  <a:pt x="7531" y="3968"/>
                  <a:pt x="7899" y="4428"/>
                  <a:pt x="7265" y="5898"/>
                </a:cubicBezTo>
                <a:cubicBezTo>
                  <a:pt x="6614" y="6893"/>
                  <a:pt x="6061" y="8787"/>
                  <a:pt x="3488" y="8803"/>
                </a:cubicBezTo>
                <a:cubicBezTo>
                  <a:pt x="2242" y="8811"/>
                  <a:pt x="1131" y="8200"/>
                  <a:pt x="81" y="7557"/>
                </a:cubicBezTo>
                <a:lnTo>
                  <a:pt x="0" y="7507"/>
                </a:lnTo>
                <a:lnTo>
                  <a:pt x="0" y="3531"/>
                </a:lnTo>
                <a:lnTo>
                  <a:pt x="11" y="3525"/>
                </a:lnTo>
                <a:cubicBezTo>
                  <a:pt x="896" y="3043"/>
                  <a:pt x="1964" y="2663"/>
                  <a:pt x="3345" y="2456"/>
                </a:cubicBezTo>
                <a:cubicBezTo>
                  <a:pt x="4636" y="1722"/>
                  <a:pt x="3511" y="1154"/>
                  <a:pt x="5806" y="1273"/>
                </a:cubicBezTo>
                <a:cubicBezTo>
                  <a:pt x="6796" y="973"/>
                  <a:pt x="5551" y="55"/>
                  <a:pt x="7245" y="22"/>
                </a:cubicBezTo>
                <a:cubicBezTo>
                  <a:pt x="7579" y="7"/>
                  <a:pt x="7864" y="0"/>
                  <a:pt x="8105" y="0"/>
                </a:cubicBezTo>
                <a:close/>
              </a:path>
            </a:pathLst>
          </a:custGeom>
          <a:gradFill>
            <a:gsLst>
              <a:gs pos="34000">
                <a:schemeClr val="bg2">
                  <a:alpha val="0"/>
                </a:schemeClr>
              </a:gs>
              <a:gs pos="98000">
                <a:schemeClr val="accent1"/>
              </a:gs>
            </a:gsLst>
            <a:lin ang="3780000" scaled="0"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0" y="2539629"/>
            <a:ext cx="3564602" cy="2690579"/>
          </a:xfrm>
          <a:custGeom>
            <a:avLst/>
            <a:gdLst>
              <a:gd name="connsiteX0" fmla="*/ 374 w 10945"/>
              <a:gd name="connsiteY0" fmla="*/ 1010 h 5649"/>
              <a:gd name="connsiteX1" fmla="*/ 3387 w 10945"/>
              <a:gd name="connsiteY1" fmla="*/ 1077 h 5649"/>
              <a:gd name="connsiteX2" fmla="*/ 7812 w 10945"/>
              <a:gd name="connsiteY2" fmla="*/ 3972 h 5649"/>
              <a:gd name="connsiteX3" fmla="*/ 10153 w 10945"/>
              <a:gd name="connsiteY3" fmla="*/ 354 h 5649"/>
              <a:gd name="connsiteX4" fmla="*/ 10918 w 10945"/>
              <a:gd name="connsiteY4" fmla="*/ 579 h 5649"/>
              <a:gd name="connsiteX5" fmla="*/ 10438 w 10945"/>
              <a:gd name="connsiteY5" fmla="*/ 2799 h 5649"/>
              <a:gd name="connsiteX6" fmla="*/ 7284 w 10945"/>
              <a:gd name="connsiteY6" fmla="*/ 5649 h 5649"/>
              <a:gd name="connsiteX7" fmla="*/ 1887 w 10945"/>
              <a:gd name="connsiteY7" fmla="*/ 2536 h 5649"/>
              <a:gd name="connsiteX8" fmla="*/ 374 w 10945"/>
              <a:gd name="connsiteY8" fmla="*/ 1010 h 5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85" h="5650">
                <a:moveTo>
                  <a:pt x="7210" y="0"/>
                </a:moveTo>
                <a:cubicBezTo>
                  <a:pt x="7329" y="-4"/>
                  <a:pt x="7422" y="132"/>
                  <a:pt x="7457" y="579"/>
                </a:cubicBezTo>
                <a:cubicBezTo>
                  <a:pt x="7592" y="1180"/>
                  <a:pt x="7202" y="1720"/>
                  <a:pt x="6977" y="2799"/>
                </a:cubicBezTo>
                <a:cubicBezTo>
                  <a:pt x="6326" y="3794"/>
                  <a:pt x="6396" y="5633"/>
                  <a:pt x="3823" y="5649"/>
                </a:cubicBezTo>
                <a:cubicBezTo>
                  <a:pt x="2014" y="5661"/>
                  <a:pt x="1103" y="4165"/>
                  <a:pt x="3" y="3242"/>
                </a:cubicBezTo>
                <a:lnTo>
                  <a:pt x="0" y="3240"/>
                </a:lnTo>
                <a:lnTo>
                  <a:pt x="0" y="1117"/>
                </a:lnTo>
                <a:lnTo>
                  <a:pt x="7" y="1121"/>
                </a:lnTo>
                <a:cubicBezTo>
                  <a:pt x="1698" y="2053"/>
                  <a:pt x="2721" y="3931"/>
                  <a:pt x="4351" y="3972"/>
                </a:cubicBezTo>
                <a:cubicBezTo>
                  <a:pt x="7892" y="2336"/>
                  <a:pt x="6377" y="789"/>
                  <a:pt x="6692" y="354"/>
                </a:cubicBezTo>
                <a:cubicBezTo>
                  <a:pt x="6861" y="245"/>
                  <a:pt x="7057" y="6"/>
                  <a:pt x="7210" y="0"/>
                </a:cubicBezTo>
                <a:close/>
              </a:path>
            </a:pathLst>
          </a:custGeom>
          <a:gradFill>
            <a:gsLst>
              <a:gs pos="23000">
                <a:schemeClr val="bg1"/>
              </a:gs>
              <a:gs pos="100000">
                <a:schemeClr val="accent1"/>
              </a:gs>
            </a:gsLst>
            <a:lin ang="3780000" scaled="0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US" sz="1350"/>
          </a:p>
        </p:txBody>
      </p:sp>
      <p:pic>
        <p:nvPicPr>
          <p:cNvPr id="10" name="下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9047" t="17662" r="19822" b="26305"/>
          <a:stretch>
            <a:fillRect/>
          </a:stretch>
        </p:blipFill>
        <p:spPr>
          <a:xfrm>
            <a:off x="0" y="857250"/>
            <a:ext cx="4714399" cy="51435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99" h="10800">
                <a:moveTo>
                  <a:pt x="0" y="0"/>
                </a:moveTo>
                <a:lnTo>
                  <a:pt x="9899" y="0"/>
                </a:lnTo>
                <a:lnTo>
                  <a:pt x="9899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1" name="上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22285" t="31212" r="36662" b="25239"/>
          <a:stretch>
            <a:fillRect/>
          </a:stretch>
        </p:blipFill>
        <p:spPr>
          <a:xfrm>
            <a:off x="0" y="857250"/>
            <a:ext cx="4191000" cy="4585335"/>
          </a:xfrm>
          <a:custGeom>
            <a:avLst/>
            <a:gdLst>
              <a:gd name="connsiteX0" fmla="*/ 0 w 8621233"/>
              <a:gd name="connsiteY0" fmla="*/ 0 h 6858000"/>
              <a:gd name="connsiteX1" fmla="*/ 8621233 w 8621233"/>
              <a:gd name="connsiteY1" fmla="*/ 0 h 6858000"/>
              <a:gd name="connsiteX2" fmla="*/ 8621233 w 8621233"/>
              <a:gd name="connsiteY2" fmla="*/ 6858000 h 6858000"/>
              <a:gd name="connsiteX3" fmla="*/ 0 w 862123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00" h="9628">
                <a:moveTo>
                  <a:pt x="0" y="0"/>
                </a:moveTo>
                <a:lnTo>
                  <a:pt x="8800" y="0"/>
                </a:lnTo>
                <a:lnTo>
                  <a:pt x="8800" y="9628"/>
                </a:lnTo>
                <a:lnTo>
                  <a:pt x="0" y="962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3" name="图形 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6200000">
            <a:off x="8529638" y="1228725"/>
            <a:ext cx="171450" cy="171450"/>
          </a:xfrm>
          <a:prstGeom prst="rect">
            <a:avLst/>
          </a:prstGeom>
        </p:spPr>
      </p:pic>
      <p:pic>
        <p:nvPicPr>
          <p:cNvPr id="24" name="图形 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5400000" flipH="1">
            <a:off x="8358188" y="1228725"/>
            <a:ext cx="171450" cy="171450"/>
          </a:xfrm>
          <a:prstGeom prst="rect">
            <a:avLst/>
          </a:prstGeom>
        </p:spPr>
      </p:pic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17"/>
            </p:custDataLst>
          </p:nvPr>
        </p:nvSpPr>
        <p:spPr>
          <a:xfrm>
            <a:off x="4655344" y="2485073"/>
            <a:ext cx="4250531" cy="622459"/>
          </a:xfrm>
          <a:prstGeom prst="rect">
            <a:avLst/>
          </a:prstGeom>
          <a:noFill/>
        </p:spPr>
        <p:txBody>
          <a:bodyPr wrap="non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latin typeface="+mn-lt"/>
                <a:sym typeface="+mn-ea"/>
              </a:rPr>
              <a:t>Click to add text</a:t>
            </a:r>
            <a:endParaRPr dirty="0" err="1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8"/>
            </p:custDataLst>
          </p:nvPr>
        </p:nvSpPr>
        <p:spPr>
          <a:xfrm>
            <a:off x="4655820" y="3252788"/>
            <a:ext cx="4251008" cy="19773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BFB2593B-2579-44A3-B865-FD17D80A44F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下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655" t="29585" r="20491" b="32513"/>
          <a:stretch>
            <a:fillRect/>
          </a:stretch>
        </p:blipFill>
        <p:spPr>
          <a:xfrm>
            <a:off x="0" y="1316831"/>
            <a:ext cx="9144476" cy="4683919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01" h="9835">
                <a:moveTo>
                  <a:pt x="0" y="0"/>
                </a:moveTo>
                <a:lnTo>
                  <a:pt x="19201" y="0"/>
                </a:lnTo>
                <a:lnTo>
                  <a:pt x="19201" y="9835"/>
                </a:lnTo>
                <a:lnTo>
                  <a:pt x="0" y="9835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7" name="椭圆 26"/>
          <p:cNvSpPr/>
          <p:nvPr>
            <p:custDataLst>
              <p:tags r:id="rId5"/>
            </p:custDataLst>
          </p:nvPr>
        </p:nvSpPr>
        <p:spPr>
          <a:xfrm>
            <a:off x="428625" y="1154430"/>
            <a:ext cx="481489" cy="481489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81000">
                <a:schemeClr val="accent6">
                  <a:alpha val="100000"/>
                </a:schemeClr>
              </a:gs>
            </a:gsLst>
            <a:lin ang="29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/>
          </a:p>
        </p:txBody>
      </p:sp>
      <p:sp>
        <p:nvSpPr>
          <p:cNvPr id="10" name="正文"/>
          <p:cNvSpPr txBox="1">
            <a:spLocks noGrp="1"/>
          </p:cNvSpPr>
          <p:nvPr>
            <p:ph idx="3" hasCustomPrompt="1"/>
            <p:custDataLst>
              <p:tags r:id="rId6"/>
            </p:custDataLst>
          </p:nvPr>
        </p:nvSpPr>
        <p:spPr>
          <a:xfrm>
            <a:off x="4800604" y="1975018"/>
            <a:ext cx="3882600" cy="356942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 hasCustomPrompt="1"/>
            <p:custDataLst>
              <p:tags r:id="rId7"/>
            </p:custDataLst>
          </p:nvPr>
        </p:nvSpPr>
        <p:spPr>
          <a:xfrm>
            <a:off x="456300" y="1975018"/>
            <a:ext cx="3882600" cy="356942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456300" y="1313550"/>
            <a:ext cx="8226900" cy="5292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BFB2593B-2579-44A3-B865-FD17D80A44F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下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655" t="29585" r="20491" b="32513"/>
          <a:stretch>
            <a:fillRect/>
          </a:stretch>
        </p:blipFill>
        <p:spPr>
          <a:xfrm>
            <a:off x="0" y="1316831"/>
            <a:ext cx="9144476" cy="4683919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01" h="9835">
                <a:moveTo>
                  <a:pt x="0" y="0"/>
                </a:moveTo>
                <a:lnTo>
                  <a:pt x="19201" y="0"/>
                </a:lnTo>
                <a:lnTo>
                  <a:pt x="19201" y="9835"/>
                </a:lnTo>
                <a:lnTo>
                  <a:pt x="0" y="9835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7" name="椭圆 26"/>
          <p:cNvSpPr/>
          <p:nvPr>
            <p:custDataLst>
              <p:tags r:id="rId5"/>
            </p:custDataLst>
          </p:nvPr>
        </p:nvSpPr>
        <p:spPr>
          <a:xfrm>
            <a:off x="428625" y="1154430"/>
            <a:ext cx="481489" cy="481489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81000">
                <a:schemeClr val="accent6">
                  <a:alpha val="100000"/>
                </a:schemeClr>
              </a:gs>
            </a:gsLst>
            <a:lin ang="29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/>
          </a:p>
        </p:txBody>
      </p:sp>
      <p:sp>
        <p:nvSpPr>
          <p:cNvPr id="14" name="正文"/>
          <p:cNvSpPr txBox="1">
            <a:spLocks noGrp="1"/>
          </p:cNvSpPr>
          <p:nvPr>
            <p:ph idx="5" hasCustomPrompt="1"/>
            <p:custDataLst>
              <p:tags r:id="rId6"/>
            </p:custDataLst>
          </p:nvPr>
        </p:nvSpPr>
        <p:spPr>
          <a:xfrm>
            <a:off x="4676400" y="2247750"/>
            <a:ext cx="4006800" cy="32967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 hasCustomPrompt="1"/>
            <p:custDataLst>
              <p:tags r:id="rId7"/>
            </p:custDataLst>
          </p:nvPr>
        </p:nvSpPr>
        <p:spPr>
          <a:xfrm>
            <a:off x="4676400" y="1929150"/>
            <a:ext cx="4006800" cy="29908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5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12" name="正文"/>
          <p:cNvSpPr txBox="1">
            <a:spLocks noGrp="1"/>
          </p:cNvSpPr>
          <p:nvPr>
            <p:ph idx="3" hasCustomPrompt="1"/>
            <p:custDataLst>
              <p:tags r:id="rId8"/>
            </p:custDataLst>
          </p:nvPr>
        </p:nvSpPr>
        <p:spPr>
          <a:xfrm>
            <a:off x="456300" y="2247750"/>
            <a:ext cx="4006800" cy="32967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2" hasCustomPrompt="1"/>
            <p:custDataLst>
              <p:tags r:id="rId9"/>
            </p:custDataLst>
          </p:nvPr>
        </p:nvSpPr>
        <p:spPr>
          <a:xfrm>
            <a:off x="456300" y="1929150"/>
            <a:ext cx="4006800" cy="29908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5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456300" y="1313550"/>
            <a:ext cx="8226900" cy="5292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BFB2593B-2579-44A3-B865-FD17D80A44F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下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655" t="29585" r="20491" b="32513"/>
          <a:stretch>
            <a:fillRect/>
          </a:stretch>
        </p:blipFill>
        <p:spPr>
          <a:xfrm>
            <a:off x="0" y="1316831"/>
            <a:ext cx="9144476" cy="4683919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01" h="9835">
                <a:moveTo>
                  <a:pt x="0" y="0"/>
                </a:moveTo>
                <a:lnTo>
                  <a:pt x="19201" y="0"/>
                </a:lnTo>
                <a:lnTo>
                  <a:pt x="19201" y="9835"/>
                </a:lnTo>
                <a:lnTo>
                  <a:pt x="0" y="9835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7" name="椭圆 26"/>
          <p:cNvSpPr/>
          <p:nvPr>
            <p:custDataLst>
              <p:tags r:id="rId5"/>
            </p:custDataLst>
          </p:nvPr>
        </p:nvSpPr>
        <p:spPr>
          <a:xfrm>
            <a:off x="428625" y="1154430"/>
            <a:ext cx="481489" cy="481489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81000">
                <a:schemeClr val="accent6">
                  <a:alpha val="100000"/>
                </a:schemeClr>
              </a:gs>
            </a:gsLst>
            <a:lin ang="29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/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456300" y="1313550"/>
            <a:ext cx="8226900" cy="5292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BFB2593B-2579-44A3-B865-FD17D80A44F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下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655" t="29585" r="20491" b="32513"/>
          <a:stretch>
            <a:fillRect/>
          </a:stretch>
        </p:blipFill>
        <p:spPr>
          <a:xfrm>
            <a:off x="0" y="1316831"/>
            <a:ext cx="9144476" cy="4683919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01" h="9835">
                <a:moveTo>
                  <a:pt x="0" y="0"/>
                </a:moveTo>
                <a:lnTo>
                  <a:pt x="19201" y="0"/>
                </a:lnTo>
                <a:lnTo>
                  <a:pt x="19201" y="9835"/>
                </a:lnTo>
                <a:lnTo>
                  <a:pt x="0" y="9835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FB2593B-2579-44A3-B865-FD17D80A44F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下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655" t="29585" r="20491" b="32513"/>
          <a:stretch>
            <a:fillRect/>
          </a:stretch>
        </p:blipFill>
        <p:spPr>
          <a:xfrm>
            <a:off x="0" y="1316831"/>
            <a:ext cx="9144476" cy="4683919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01" h="9835">
                <a:moveTo>
                  <a:pt x="0" y="0"/>
                </a:moveTo>
                <a:lnTo>
                  <a:pt x="19201" y="0"/>
                </a:lnTo>
                <a:lnTo>
                  <a:pt x="19201" y="9835"/>
                </a:lnTo>
                <a:lnTo>
                  <a:pt x="0" y="9835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5"/>
            </p:custDataLst>
          </p:nvPr>
        </p:nvSpPr>
        <p:spPr>
          <a:xfrm>
            <a:off x="521970" y="1127284"/>
            <a:ext cx="8101489" cy="4363403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BFB2593B-2579-44A3-B865-FD17D80A44F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下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655" t="29585" r="20491" b="32513"/>
          <a:stretch>
            <a:fillRect/>
          </a:stretch>
        </p:blipFill>
        <p:spPr>
          <a:xfrm>
            <a:off x="0" y="1316831"/>
            <a:ext cx="9144476" cy="4683919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01" h="9835">
                <a:moveTo>
                  <a:pt x="0" y="0"/>
                </a:moveTo>
                <a:lnTo>
                  <a:pt x="19201" y="0"/>
                </a:lnTo>
                <a:lnTo>
                  <a:pt x="19201" y="9835"/>
                </a:lnTo>
                <a:lnTo>
                  <a:pt x="0" y="9835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7" name="椭圆 26"/>
          <p:cNvSpPr/>
          <p:nvPr>
            <p:custDataLst>
              <p:tags r:id="rId5"/>
            </p:custDataLst>
          </p:nvPr>
        </p:nvSpPr>
        <p:spPr>
          <a:xfrm>
            <a:off x="428625" y="1154430"/>
            <a:ext cx="481489" cy="481489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81000">
                <a:schemeClr val="accent6">
                  <a:alpha val="100000"/>
                </a:schemeClr>
              </a:gs>
            </a:gsLst>
            <a:lin ang="29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/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6"/>
            </p:custDataLst>
          </p:nvPr>
        </p:nvSpPr>
        <p:spPr>
          <a:xfrm>
            <a:off x="521970" y="1833563"/>
            <a:ext cx="8099316" cy="30416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5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l"/>
            <a:r>
              <a:rPr>
                <a:latin typeface="+mj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456300" y="1313550"/>
            <a:ext cx="8226900" cy="5292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BFB2593B-2579-44A3-B865-FD17D80A44F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形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8529638" y="1228725"/>
            <a:ext cx="171450" cy="171450"/>
          </a:xfrm>
          <a:prstGeom prst="rect">
            <a:avLst/>
          </a:prstGeom>
        </p:spPr>
      </p:pic>
      <p:pic>
        <p:nvPicPr>
          <p:cNvPr id="18" name="图形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 flipH="1">
            <a:off x="8358188" y="1228725"/>
            <a:ext cx="171450" cy="171450"/>
          </a:xfrm>
          <a:prstGeom prst="rect">
            <a:avLst/>
          </a:prstGeom>
        </p:spPr>
      </p:pic>
      <p:pic>
        <p:nvPicPr>
          <p:cNvPr id="13" name="下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9809" t="17662" r="19809" b="26305"/>
          <a:stretch>
            <a:fillRect/>
          </a:stretch>
        </p:blipFill>
        <p:spPr>
          <a:xfrm>
            <a:off x="0" y="851535"/>
            <a:ext cx="9144000" cy="51435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2" name="上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25911" r="36662" b="25239"/>
          <a:stretch>
            <a:fillRect/>
          </a:stretch>
        </p:blipFill>
        <p:spPr>
          <a:xfrm>
            <a:off x="2677954" y="857250"/>
            <a:ext cx="6466046" cy="5143500"/>
          </a:xfrm>
          <a:custGeom>
            <a:avLst/>
            <a:gdLst>
              <a:gd name="connsiteX0" fmla="*/ 0 w 8621233"/>
              <a:gd name="connsiteY0" fmla="*/ 0 h 6858000"/>
              <a:gd name="connsiteX1" fmla="*/ 8621233 w 8621233"/>
              <a:gd name="connsiteY1" fmla="*/ 0 h 6858000"/>
              <a:gd name="connsiteX2" fmla="*/ 8621233 w 8621233"/>
              <a:gd name="connsiteY2" fmla="*/ 6858000 h 6858000"/>
              <a:gd name="connsiteX3" fmla="*/ 0 w 862123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1233" h="6858000">
                <a:moveTo>
                  <a:pt x="0" y="0"/>
                </a:moveTo>
                <a:lnTo>
                  <a:pt x="8621233" y="0"/>
                </a:lnTo>
                <a:lnTo>
                  <a:pt x="862123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任意多边形 10"/>
          <p:cNvSpPr/>
          <p:nvPr>
            <p:custDataLst>
              <p:tags r:id="rId14"/>
            </p:custDataLst>
          </p:nvPr>
        </p:nvSpPr>
        <p:spPr>
          <a:xfrm>
            <a:off x="185738" y="2345531"/>
            <a:ext cx="8998268" cy="3649504"/>
          </a:xfrm>
          <a:custGeom>
            <a:avLst/>
            <a:gdLst>
              <a:gd name="connsiteX0" fmla="*/ 12 w 18894"/>
              <a:gd name="connsiteY0" fmla="*/ 3352 h 7663"/>
              <a:gd name="connsiteX1" fmla="*/ 6330 w 18894"/>
              <a:gd name="connsiteY1" fmla="*/ 2960 h 7663"/>
              <a:gd name="connsiteX2" fmla="*/ 13261 w 18894"/>
              <a:gd name="connsiteY2" fmla="*/ 5282 h 7663"/>
              <a:gd name="connsiteX3" fmla="*/ 17566 w 18894"/>
              <a:gd name="connsiteY3" fmla="*/ 887 h 7663"/>
              <a:gd name="connsiteX4" fmla="*/ 18497 w 18894"/>
              <a:gd name="connsiteY4" fmla="*/ 1777 h 7663"/>
              <a:gd name="connsiteX5" fmla="*/ 17867 w 18894"/>
              <a:gd name="connsiteY5" fmla="*/ 3998 h 7663"/>
              <a:gd name="connsiteX6" fmla="*/ 18819 w 18894"/>
              <a:gd name="connsiteY6" fmla="*/ 4251 h 7663"/>
              <a:gd name="connsiteX7" fmla="*/ 18618 w 18894"/>
              <a:gd name="connsiteY7" fmla="*/ 7463 h 7663"/>
              <a:gd name="connsiteX8" fmla="*/ 16920 w 18894"/>
              <a:gd name="connsiteY8" fmla="*/ 7044 h 7663"/>
              <a:gd name="connsiteX9" fmla="*/ 12685 w 18894"/>
              <a:gd name="connsiteY9" fmla="*/ 7659 h 7663"/>
              <a:gd name="connsiteX10" fmla="*/ 5994 w 18894"/>
              <a:gd name="connsiteY10" fmla="*/ 7409 h 7663"/>
              <a:gd name="connsiteX11" fmla="*/ 1824 w 18894"/>
              <a:gd name="connsiteY11" fmla="*/ 7453 h 7663"/>
              <a:gd name="connsiteX12" fmla="*/ 12 w 18894"/>
              <a:gd name="connsiteY12" fmla="*/ 3352 h 7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894" h="7663">
                <a:moveTo>
                  <a:pt x="12" y="3352"/>
                </a:moveTo>
                <a:cubicBezTo>
                  <a:pt x="698" y="1764"/>
                  <a:pt x="4860" y="2840"/>
                  <a:pt x="6330" y="2960"/>
                </a:cubicBezTo>
                <a:cubicBezTo>
                  <a:pt x="7800" y="3080"/>
                  <a:pt x="11388" y="5628"/>
                  <a:pt x="13261" y="5282"/>
                </a:cubicBezTo>
                <a:cubicBezTo>
                  <a:pt x="16636" y="4307"/>
                  <a:pt x="17161" y="-2368"/>
                  <a:pt x="17566" y="887"/>
                </a:cubicBezTo>
                <a:cubicBezTo>
                  <a:pt x="18398" y="420"/>
                  <a:pt x="18605" y="751"/>
                  <a:pt x="18497" y="1777"/>
                </a:cubicBezTo>
                <a:cubicBezTo>
                  <a:pt x="18427" y="2378"/>
                  <a:pt x="18241" y="1943"/>
                  <a:pt x="17867" y="3998"/>
                </a:cubicBezTo>
                <a:cubicBezTo>
                  <a:pt x="18093" y="4658"/>
                  <a:pt x="18857" y="3826"/>
                  <a:pt x="18819" y="4251"/>
                </a:cubicBezTo>
                <a:cubicBezTo>
                  <a:pt x="18944" y="4829"/>
                  <a:pt x="18935" y="6998"/>
                  <a:pt x="18618" y="7463"/>
                </a:cubicBezTo>
                <a:cubicBezTo>
                  <a:pt x="18302" y="7929"/>
                  <a:pt x="19003" y="7077"/>
                  <a:pt x="16920" y="7044"/>
                </a:cubicBezTo>
                <a:cubicBezTo>
                  <a:pt x="15931" y="7077"/>
                  <a:pt x="14485" y="7622"/>
                  <a:pt x="12685" y="7659"/>
                </a:cubicBezTo>
                <a:cubicBezTo>
                  <a:pt x="7524" y="7661"/>
                  <a:pt x="9189" y="7710"/>
                  <a:pt x="5994" y="7409"/>
                </a:cubicBezTo>
                <a:cubicBezTo>
                  <a:pt x="3486" y="7256"/>
                  <a:pt x="3069" y="7498"/>
                  <a:pt x="1824" y="7453"/>
                </a:cubicBezTo>
                <a:cubicBezTo>
                  <a:pt x="1196" y="6933"/>
                  <a:pt x="-141" y="7632"/>
                  <a:pt x="12" y="3352"/>
                </a:cubicBezTo>
                <a:close/>
              </a:path>
            </a:pathLst>
          </a:custGeom>
          <a:gradFill>
            <a:gsLst>
              <a:gs pos="51000">
                <a:schemeClr val="accent6">
                  <a:alpha val="28000"/>
                </a:schemeClr>
              </a:gs>
              <a:gs pos="7000">
                <a:schemeClr val="bg1">
                  <a:alpha val="49000"/>
                </a:schemeClr>
              </a:gs>
              <a:gs pos="93000">
                <a:schemeClr val="accent6">
                  <a:alpha val="19000"/>
                </a:schemeClr>
              </a:gs>
              <a:gs pos="75000">
                <a:schemeClr val="accent6">
                  <a:alpha val="67000"/>
                </a:schemeClr>
              </a:gs>
              <a:gs pos="100000">
                <a:schemeClr val="tx1">
                  <a:alpha val="0"/>
                </a:schemeClr>
              </a:gs>
            </a:gsLst>
            <a:lin ang="60000" scaled="0"/>
          </a:gradFill>
          <a:effectLst>
            <a:softEdge rad="469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sz="1350"/>
          </a:p>
        </p:txBody>
      </p:sp>
      <p:sp>
        <p:nvSpPr>
          <p:cNvPr id="10" name="任意多边形 9"/>
          <p:cNvSpPr/>
          <p:nvPr>
            <p:custDataLst>
              <p:tags r:id="rId15"/>
            </p:custDataLst>
          </p:nvPr>
        </p:nvSpPr>
        <p:spPr>
          <a:xfrm>
            <a:off x="1152525" y="973931"/>
            <a:ext cx="7762399" cy="4192905"/>
          </a:xfrm>
          <a:custGeom>
            <a:avLst/>
            <a:gdLst>
              <a:gd name="connsiteX0" fmla="*/ 212 w 16298"/>
              <a:gd name="connsiteY0" fmla="*/ 4000 h 8803"/>
              <a:gd name="connsiteX1" fmla="*/ 5867 w 16298"/>
              <a:gd name="connsiteY1" fmla="*/ 4237 h 8803"/>
              <a:gd name="connsiteX2" fmla="*/ 10307 w 16298"/>
              <a:gd name="connsiteY2" fmla="*/ 2456 h 8803"/>
              <a:gd name="connsiteX3" fmla="*/ 12768 w 16298"/>
              <a:gd name="connsiteY3" fmla="*/ 1273 h 8803"/>
              <a:gd name="connsiteX4" fmla="*/ 14207 w 16298"/>
              <a:gd name="connsiteY4" fmla="*/ 22 h 8803"/>
              <a:gd name="connsiteX5" fmla="*/ 15759 w 16298"/>
              <a:gd name="connsiteY5" fmla="*/ 1624 h 8803"/>
              <a:gd name="connsiteX6" fmla="*/ 14227 w 16298"/>
              <a:gd name="connsiteY6" fmla="*/ 5898 h 8803"/>
              <a:gd name="connsiteX7" fmla="*/ 10450 w 16298"/>
              <a:gd name="connsiteY7" fmla="*/ 8803 h 8803"/>
              <a:gd name="connsiteX8" fmla="*/ 3812 w 16298"/>
              <a:gd name="connsiteY8" fmla="*/ 6100 h 8803"/>
              <a:gd name="connsiteX9" fmla="*/ 212 w 16298"/>
              <a:gd name="connsiteY9" fmla="*/ 4000 h 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299" h="8804">
                <a:moveTo>
                  <a:pt x="212" y="4000"/>
                </a:moveTo>
                <a:cubicBezTo>
                  <a:pt x="812" y="3026"/>
                  <a:pt x="4781" y="5050"/>
                  <a:pt x="5867" y="4237"/>
                </a:cubicBezTo>
                <a:cubicBezTo>
                  <a:pt x="6953" y="3424"/>
                  <a:pt x="8298" y="2757"/>
                  <a:pt x="10307" y="2456"/>
                </a:cubicBezTo>
                <a:cubicBezTo>
                  <a:pt x="11598" y="1722"/>
                  <a:pt x="10473" y="1154"/>
                  <a:pt x="12768" y="1273"/>
                </a:cubicBezTo>
                <a:cubicBezTo>
                  <a:pt x="13758" y="973"/>
                  <a:pt x="12513" y="55"/>
                  <a:pt x="14207" y="22"/>
                </a:cubicBezTo>
                <a:cubicBezTo>
                  <a:pt x="17774" y="-141"/>
                  <a:pt x="15680" y="601"/>
                  <a:pt x="15759" y="1624"/>
                </a:cubicBezTo>
                <a:cubicBezTo>
                  <a:pt x="14493" y="3968"/>
                  <a:pt x="14861" y="4428"/>
                  <a:pt x="14227" y="5898"/>
                </a:cubicBezTo>
                <a:cubicBezTo>
                  <a:pt x="13576" y="6893"/>
                  <a:pt x="13023" y="8787"/>
                  <a:pt x="10450" y="8803"/>
                </a:cubicBezTo>
                <a:cubicBezTo>
                  <a:pt x="7877" y="8819"/>
                  <a:pt x="5880" y="6197"/>
                  <a:pt x="3812" y="6100"/>
                </a:cubicBezTo>
                <a:cubicBezTo>
                  <a:pt x="2252" y="5845"/>
                  <a:pt x="-835" y="5170"/>
                  <a:pt x="212" y="4000"/>
                </a:cubicBezTo>
                <a:close/>
              </a:path>
            </a:pathLst>
          </a:custGeom>
          <a:gradFill>
            <a:gsLst>
              <a:gs pos="43000">
                <a:schemeClr val="bg2">
                  <a:alpha val="0"/>
                </a:schemeClr>
              </a:gs>
              <a:gs pos="88000">
                <a:schemeClr val="accent1"/>
              </a:gs>
            </a:gsLst>
            <a:lin ang="3780000" scaled="0"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sz="1350"/>
          </a:p>
        </p:txBody>
      </p:sp>
      <p:sp>
        <p:nvSpPr>
          <p:cNvPr id="9" name="任意多边形 8"/>
          <p:cNvSpPr/>
          <p:nvPr>
            <p:custDataLst>
              <p:tags r:id="rId16"/>
            </p:custDataLst>
          </p:nvPr>
        </p:nvSpPr>
        <p:spPr>
          <a:xfrm>
            <a:off x="2819876" y="2539841"/>
            <a:ext cx="5213033" cy="2690813"/>
          </a:xfrm>
          <a:custGeom>
            <a:avLst/>
            <a:gdLst>
              <a:gd name="connsiteX0" fmla="*/ 374 w 10945"/>
              <a:gd name="connsiteY0" fmla="*/ 1010 h 5649"/>
              <a:gd name="connsiteX1" fmla="*/ 3387 w 10945"/>
              <a:gd name="connsiteY1" fmla="*/ 1077 h 5649"/>
              <a:gd name="connsiteX2" fmla="*/ 7812 w 10945"/>
              <a:gd name="connsiteY2" fmla="*/ 3972 h 5649"/>
              <a:gd name="connsiteX3" fmla="*/ 10153 w 10945"/>
              <a:gd name="connsiteY3" fmla="*/ 354 h 5649"/>
              <a:gd name="connsiteX4" fmla="*/ 10918 w 10945"/>
              <a:gd name="connsiteY4" fmla="*/ 579 h 5649"/>
              <a:gd name="connsiteX5" fmla="*/ 10438 w 10945"/>
              <a:gd name="connsiteY5" fmla="*/ 2799 h 5649"/>
              <a:gd name="connsiteX6" fmla="*/ 7284 w 10945"/>
              <a:gd name="connsiteY6" fmla="*/ 5649 h 5649"/>
              <a:gd name="connsiteX7" fmla="*/ 1887 w 10945"/>
              <a:gd name="connsiteY7" fmla="*/ 2536 h 5649"/>
              <a:gd name="connsiteX8" fmla="*/ 374 w 10945"/>
              <a:gd name="connsiteY8" fmla="*/ 1010 h 5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946" h="5650">
                <a:moveTo>
                  <a:pt x="374" y="1010"/>
                </a:moveTo>
                <a:cubicBezTo>
                  <a:pt x="716" y="188"/>
                  <a:pt x="1647" y="162"/>
                  <a:pt x="3387" y="1077"/>
                </a:cubicBezTo>
                <a:cubicBezTo>
                  <a:pt x="5127" y="1992"/>
                  <a:pt x="6156" y="3930"/>
                  <a:pt x="7812" y="3972"/>
                </a:cubicBezTo>
                <a:cubicBezTo>
                  <a:pt x="11353" y="2336"/>
                  <a:pt x="9838" y="789"/>
                  <a:pt x="10153" y="354"/>
                </a:cubicBezTo>
                <a:cubicBezTo>
                  <a:pt x="10453" y="159"/>
                  <a:pt x="10839" y="-444"/>
                  <a:pt x="10918" y="579"/>
                </a:cubicBezTo>
                <a:cubicBezTo>
                  <a:pt x="11053" y="1180"/>
                  <a:pt x="10663" y="1720"/>
                  <a:pt x="10438" y="2799"/>
                </a:cubicBezTo>
                <a:cubicBezTo>
                  <a:pt x="9787" y="3794"/>
                  <a:pt x="9857" y="5633"/>
                  <a:pt x="7284" y="5649"/>
                </a:cubicBezTo>
                <a:cubicBezTo>
                  <a:pt x="4711" y="5665"/>
                  <a:pt x="3955" y="2633"/>
                  <a:pt x="1887" y="2536"/>
                </a:cubicBezTo>
                <a:cubicBezTo>
                  <a:pt x="687" y="1754"/>
                  <a:pt x="-673" y="2180"/>
                  <a:pt x="374" y="1010"/>
                </a:cubicBezTo>
                <a:close/>
              </a:path>
            </a:pathLst>
          </a:custGeom>
          <a:gradFill>
            <a:gsLst>
              <a:gs pos="23000">
                <a:srgbClr val="00039C">
                  <a:lumMod val="57000"/>
                  <a:alpha val="0"/>
                </a:srgbClr>
              </a:gs>
              <a:gs pos="100000">
                <a:schemeClr val="accent1"/>
              </a:gs>
            </a:gsLst>
            <a:lin ang="3780000" scaled="0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/>
          </a:p>
        </p:txBody>
      </p:sp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17"/>
            </p:custDataLst>
          </p:nvPr>
        </p:nvSpPr>
        <p:spPr>
          <a:xfrm>
            <a:off x="1152525" y="4005739"/>
            <a:ext cx="1202055" cy="314325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1"/>
              </a:gs>
              <a:gs pos="100000">
                <a:schemeClr val="accent6"/>
              </a:gs>
            </a:gsLst>
            <a:lin ang="1560000" scaled="0"/>
          </a:gradFill>
        </p:spPr>
        <p:txBody>
          <a:bodyPr wrap="square" lIns="91440" tIns="45720" rIns="91440" bIns="45720" rtlCol="0" anchor="ctr" anchorCtr="0">
            <a:normAutofit/>
          </a:bodyPr>
          <a:lstStyle>
            <a:defPPr>
              <a:defRPr lang="en-US">
                <a:latin typeface="+mn-lt"/>
              </a:defRPr>
            </a:defPPr>
            <a:lvl1pPr marL="0" marR="0" lvl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 kumimoji="0" lang="en-US" sz="900" b="0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  <a:lvl2pPr marL="342900" algn="l" defTabSz="914400" rtl="0" eaLnBrk="1" latinLnBrk="0" hangingPunct="1">
              <a:defRPr sz="1350" kern="1200">
                <a:solidFill>
                  <a:schemeClr val="tx1"/>
                </a:solidFill>
                <a:latin typeface="+mn-lt"/>
              </a:defRPr>
            </a:lvl2pPr>
            <a:lvl3pPr marL="685800" algn="l" defTabSz="914400" rtl="0" eaLnBrk="1" latinLnBrk="0" hangingPunct="1">
              <a:defRPr sz="1350" kern="1200">
                <a:solidFill>
                  <a:schemeClr val="tx1"/>
                </a:solidFill>
                <a:latin typeface="+mn-lt"/>
              </a:defRPr>
            </a:lvl3pPr>
            <a:lvl4pPr marL="1028700" algn="l" defTabSz="914400" rtl="0" eaLnBrk="1" latinLnBrk="0" hangingPunct="1">
              <a:defRPr sz="1350" kern="1200">
                <a:solidFill>
                  <a:schemeClr val="tx1"/>
                </a:solidFill>
                <a:latin typeface="+mn-lt"/>
              </a:defRPr>
            </a:lvl4pPr>
            <a:lvl5pPr marL="1371600" algn="l" defTabSz="914400" rtl="0" eaLnBrk="1" latinLnBrk="0" hangingPunct="1">
              <a:defRPr sz="1350" kern="1200">
                <a:solidFill>
                  <a:schemeClr val="tx1"/>
                </a:solidFill>
                <a:latin typeface="+mn-lt"/>
              </a:defRPr>
            </a:lvl5pPr>
            <a:lvl6pPr marL="1714500" algn="l" defTabSz="914400" rtl="0" eaLnBrk="1" latinLnBrk="0" hangingPunct="1">
              <a:defRPr sz="1350" kern="1200">
                <a:solidFill>
                  <a:schemeClr val="tx1"/>
                </a:solidFill>
                <a:latin typeface="+mn-lt"/>
              </a:defRPr>
            </a:lvl6pPr>
            <a:lvl7pPr marL="2057400" algn="l" defTabSz="914400" rtl="0" eaLnBrk="1" latinLnBrk="0" hangingPunct="1">
              <a:defRPr sz="1350" kern="1200">
                <a:solidFill>
                  <a:schemeClr val="tx1"/>
                </a:solidFill>
                <a:latin typeface="+mn-lt"/>
              </a:defRPr>
            </a:lvl7pPr>
            <a:lvl8pPr marL="2400300" algn="l" defTabSz="914400" rtl="0" eaLnBrk="1" latinLnBrk="0" hangingPunct="1">
              <a:defRPr sz="1350" kern="1200">
                <a:solidFill>
                  <a:schemeClr val="tx1"/>
                </a:solidFill>
                <a:latin typeface="+mn-lt"/>
              </a:defRPr>
            </a:lvl8pPr>
            <a:lvl9pPr marL="2743200" algn="l" defTabSz="914400" rtl="0" eaLnBrk="1" latinLnBrk="0" hangingPunct="1">
              <a:defRPr sz="1350" kern="1200">
                <a:solidFill>
                  <a:schemeClr val="tx1"/>
                </a:solidFill>
                <a:latin typeface="+mn-lt"/>
              </a:defRPr>
            </a:lvl9pPr>
          </a:lstStyle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8"/>
            </p:custDataLst>
          </p:nvPr>
        </p:nvSpPr>
        <p:spPr>
          <a:xfrm>
            <a:off x="1094423" y="2524125"/>
            <a:ext cx="6203156" cy="119110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latin typeface="+mj-lt"/>
                <a:sym typeface="+mn-ea"/>
              </a:rPr>
              <a:t>Click to add title</a:t>
            </a:r>
            <a:endParaRPr dirty="0" err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BFB2593B-2579-44A3-B865-FD17D80A44F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2" Type="http://schemas.openxmlformats.org/officeDocument/2006/relationships/theme" Target="../theme/theme2.xml"/><Relationship Id="rId21" Type="http://schemas.openxmlformats.org/officeDocument/2006/relationships/tags" Target="../tags/tag98.xml"/><Relationship Id="rId20" Type="http://schemas.openxmlformats.org/officeDocument/2006/relationships/tags" Target="../tags/tag97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96.xml"/><Relationship Id="rId18" Type="http://schemas.openxmlformats.org/officeDocument/2006/relationships/tags" Target="../tags/tag95.xml"/><Relationship Id="rId17" Type="http://schemas.openxmlformats.org/officeDocument/2006/relationships/tags" Target="../tags/tag94.xml"/><Relationship Id="rId16" Type="http://schemas.openxmlformats.org/officeDocument/2006/relationships/tags" Target="../tags/tag93.xml"/><Relationship Id="rId15" Type="http://schemas.openxmlformats.org/officeDocument/2006/relationships/tags" Target="../tags/tag92.xml"/><Relationship Id="rId14" Type="http://schemas.openxmlformats.org/officeDocument/2006/relationships/image" Target="../media/image11.svg"/><Relationship Id="rId13" Type="http://schemas.openxmlformats.org/officeDocument/2006/relationships/image" Target="../media/image9.png"/><Relationship Id="rId12" Type="http://schemas.openxmlformats.org/officeDocument/2006/relationships/tags" Target="../tags/tag9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下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4655" t="29585" r="20491" b="32513"/>
          <a:stretch>
            <a:fillRect/>
          </a:stretch>
        </p:blipFill>
        <p:spPr>
          <a:xfrm>
            <a:off x="0" y="1316831"/>
            <a:ext cx="9144476" cy="4683919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01" h="9835">
                <a:moveTo>
                  <a:pt x="0" y="0"/>
                </a:moveTo>
                <a:lnTo>
                  <a:pt x="19201" y="0"/>
                </a:lnTo>
                <a:lnTo>
                  <a:pt x="19201" y="9835"/>
                </a:lnTo>
                <a:lnTo>
                  <a:pt x="0" y="9835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7" name="椭圆 26"/>
          <p:cNvSpPr/>
          <p:nvPr>
            <p:custDataLst>
              <p:tags r:id="rId15"/>
            </p:custDataLst>
          </p:nvPr>
        </p:nvSpPr>
        <p:spPr>
          <a:xfrm>
            <a:off x="428625" y="1154430"/>
            <a:ext cx="481489" cy="481489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81000">
                <a:schemeClr val="accent6">
                  <a:alpha val="100000"/>
                </a:schemeClr>
              </a:gs>
            </a:gsLst>
            <a:lin ang="29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latin typeface="Arial" panose="020B0604020202020204" pitchFamily="34" charset="0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521970" y="5624513"/>
            <a:ext cx="2057400" cy="273844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6565487" y="5624513"/>
            <a:ext cx="2057400" cy="273844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BFB2593B-2579-44A3-B865-FD17D80A44F7}" type="slidenum">
              <a:rPr lang="en-US" smtClean="0"/>
            </a:fld>
            <a:endParaRPr 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19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Tx/>
              <a:buChar char="●"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21970" y="1127250"/>
            <a:ext cx="8100000" cy="54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sz="135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0" lang="en-US" sz="2400" b="0" i="0" u="none" strike="noStrike" kern="1200" cap="none" spc="0" normalizeH="0" baseline="0" dirty="0" smtClean="0">
          <a:ln>
            <a:noFill/>
            <a:prstDash val="sysDot"/>
          </a:ln>
          <a:solidFill>
            <a:schemeClr val="tx1"/>
          </a:solidFill>
          <a:uFillTx/>
          <a:latin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0" lang="en-US" sz="1350" b="0" i="0" u="none" strike="noStrike" kern="1200" cap="none" spc="0" normalizeH="0" baseline="0" dirty="0">
          <a:ln>
            <a:noFill/>
            <a:prstDash val="sysDot"/>
          </a:ln>
          <a:solidFill>
            <a:schemeClr val="tx1"/>
          </a:solidFill>
          <a:uFillTx/>
          <a:latin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0" lang="en-US" sz="1200" b="0" i="0" u="none" strike="noStrike" kern="1200" cap="none" spc="150" normalizeH="0" baseline="0" dirty="0">
          <a:solidFill>
            <a:schemeClr val="tx1"/>
          </a:solidFill>
          <a:uFillTx/>
          <a:latin typeface="+mn-ea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0" lang="en-US" sz="1200" b="0" i="0" u="none" strike="noStrike" kern="1200" cap="none" spc="150" normalizeH="0" baseline="0" dirty="0">
          <a:solidFill>
            <a:schemeClr val="tx1"/>
          </a:solidFill>
          <a:uFillTx/>
          <a:latin typeface="+mn-ea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0" lang="en-US" sz="1050" b="0" i="0" u="none" strike="noStrike" kern="1200" cap="none" spc="150" normalizeH="0" baseline="0" dirty="0">
          <a:solidFill>
            <a:schemeClr val="tx1"/>
          </a:solidFill>
          <a:uFillTx/>
          <a:latin typeface="+mn-ea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0" lang="en-US" sz="1050" b="0" i="0" u="none" strike="noStrike" kern="1200" cap="none" spc="150" normalizeH="0" baseline="0" dirty="0">
          <a:solidFill>
            <a:schemeClr val="tx1"/>
          </a:solidFill>
          <a:uFillTx/>
          <a:latin typeface="+mn-ea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4"/>
          <p:cNvSpPr>
            <a:spLocks noGrp="1"/>
          </p:cNvSpPr>
          <p:nvPr>
            <p:ph type="title" idx="5"/>
            <p:custDataLst>
              <p:tags r:id="rId1"/>
            </p:custDataLst>
          </p:nvPr>
        </p:nvSpPr>
        <p:spPr>
          <a:xfrm>
            <a:off x="1090295" y="2131060"/>
            <a:ext cx="6942455" cy="1478915"/>
          </a:xfrm>
        </p:spPr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4050">
                <a:ea typeface="+mj-ea"/>
              </a:rPr>
              <a:t>The title goes here</a:t>
            </a:r>
            <a:endParaRPr sz="4050">
              <a:ea typeface="+mj-ea"/>
            </a:endParaRPr>
          </a:p>
        </p:txBody>
      </p:sp>
      <p:sp>
        <p:nvSpPr>
          <p:cNvPr id="9" name="文本占位符 7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>
          <a:xfrm>
            <a:off x="1090136" y="3637533"/>
            <a:ext cx="5146358" cy="336709"/>
          </a:xfrm>
        </p:spPr>
        <p:txBody>
          <a:bodyPr>
            <a:normAutofit fontScale="90000"/>
          </a:bodyPr>
          <a:lstStyle/>
          <a:p>
            <a:r>
              <a:rPr lang="en-US">
                <a:ea typeface="+mn-ea"/>
              </a:rPr>
              <a:t>Click to add subtitle</a:t>
            </a:r>
            <a:endParaRPr lang="en-US">
              <a:ea typeface="+mn-ea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prstGeom prst="roundRect">
            <a:avLst>
              <a:gd name="adj" fmla="val 50000"/>
            </a:avLst>
          </a:prstGeom>
          <a:gradFill>
            <a:gsLst>
              <a:gs pos="15000">
                <a:schemeClr val="accent1"/>
              </a:gs>
              <a:gs pos="100000">
                <a:schemeClr val="accent6"/>
              </a:gs>
            </a:gsLst>
            <a:lin ang="1560000" scaled="0"/>
          </a:gradFill>
          <a:ln>
            <a:noFill/>
            <a:prstDash val="sysDash"/>
          </a:ln>
        </p:spPr>
        <p:txBody>
          <a:bodyPr>
            <a:normAutofit fontScale="70000"/>
          </a:bodyPr>
          <a:p>
            <a:r>
              <a:rPr lang="en-US">
                <a:ea typeface="+mn-ea"/>
              </a:rPr>
              <a:t>汇报人：稻小壳</a:t>
            </a:r>
            <a:endParaRPr lang="en-US">
              <a:ea typeface="+mn-ea"/>
            </a:endParaRPr>
          </a:p>
        </p:txBody>
      </p:sp>
      <p:sp>
        <p:nvSpPr>
          <p:cNvPr id="7" name="Title 5"/>
          <p:cNvSpPr>
            <a:spLocks noGrp="1"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4400" b="0" i="0" u="none" strike="noStrike" kern="1200" cap="none" spc="0" normalizeH="0" baseline="0" noProof="1">
                <a:solidFill>
                  <a:schemeClr val="tx1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ctr">
              <a:buNone/>
            </a:pPr>
            <a:r>
              <a:rPr>
                <a:solidFill>
                  <a:schemeClr val="tx1"/>
                </a:solidFill>
                <a:cs typeface="Arial" panose="020B0604020202020204" pitchFamily="34" charset="0"/>
              </a:rPr>
              <a:t>AWS Secrets Manager</a:t>
            </a:r>
            <a:endParaRPr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2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6" name="Title 5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Introduction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300" y="1975050"/>
            <a:ext cx="8226900" cy="35694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AWS Secrets Manager is a service used to securely store, manage, and retrieve secrets.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2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What are Secrets?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300" y="1975050"/>
            <a:ext cx="8226900" cy="35694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Secrets are sensitive information such as: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Database passwords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API keys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Access tokens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SSH keys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2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Why AWS Secrets Manager?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300" y="1975050"/>
            <a:ext cx="8226900" cy="35694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Secure secret storage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Automatic rotation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Easy access control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Improved security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Reduced manual work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2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Features of AWS Secrets Manager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300" y="1975050"/>
            <a:ext cx="8226900" cy="35694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Secret encryption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Automatic secret rotation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Fine-grained access control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Audit and monitoring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Multi-region replication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2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How AWS Secrets Manager Works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300" y="1975050"/>
            <a:ext cx="8226900" cy="35694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1. Store secret securely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2. Encrypt secret using AWS KMS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3. Applications request secret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4. Secrets Manager returns decrypted secret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2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Integration with AWS Services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300" y="1975050"/>
            <a:ext cx="8226900" cy="35694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AWS Secrets Manager integrates with: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RDS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Lambda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EC2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ECS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IAM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2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Automatic Rotation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300" y="1975050"/>
            <a:ext cx="8226900" cy="35694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Secrets Manager can automatically rotate credentials without affecting applications.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2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Encryption in Secrets Manager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300" y="1975050"/>
            <a:ext cx="8226900" cy="35694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Secrets are encrypted using AWS Key Management Service (KMS) for enhanced security.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2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Access Control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300" y="1975050"/>
            <a:ext cx="8226900" cy="35694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Access to secrets is controlled using: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IAM Policies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Resource Policies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Role-based permissions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2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Monitoring and Auditing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300" y="1975050"/>
            <a:ext cx="8226900" cy="35694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AWS CloudTrail and CloudWatch help monitor and audit secret access activities.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2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Real-Time Use Case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300" y="1975050"/>
            <a:ext cx="8226900" cy="35694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Banking Application: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Database passwords are securely stored and automatically rotated using AWS Secrets Manager.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2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Advantages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300" y="1975050"/>
            <a:ext cx="8226900" cy="35694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Improved security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Centralized management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Automatic rotation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Easy integration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Reduced operational effort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2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Limitations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300" y="1975050"/>
            <a:ext cx="8226900" cy="35694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Additional cost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Requires proper IAM configuration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Learning curve for beginners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2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Best Practices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300" y="1975050"/>
            <a:ext cx="8226900" cy="35694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Enable automatic rotation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Use least privilege access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Monitor secret usage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Encrypt all sensitive data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2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Conclusion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300" y="1975050"/>
            <a:ext cx="8226900" cy="35694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AWS Secrets Manager helps organizations securely manage sensitive credentials and improve application security.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&#10;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2*i*2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5*i*2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6*i*2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7*i*2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S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TEMPLATE_CATEGORY" val="custom"/>
  <p:tag name="KSO_WM_TEMPLATE_INDEX" val="20237981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81"/>
</p:tagLst>
</file>

<file path=ppt/tags/tag98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81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81_1*a*1"/>
  <p:tag name="KSO_WM_TEMPLATE_CATEGORY" val="custom"/>
  <p:tag name="KSO_WM_TEMPLATE_INDEX" val="20237981"/>
  <p:tag name="KSO_WM_UNIT_LAYERLEVEL" val="1"/>
  <p:tag name="KSO_WM_TAG_VERSION" val="3.0"/>
  <p:tag name="KSO_WM_BEAUTIFY_FLAG" val="#wm#"/>
  <p:tag name="KSO_WM_UNIT_PRESET_TEXT" val="The title goes here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custom20237981_1*b*1"/>
  <p:tag name="KSO_WM_TEMPLATE_CATEGORY" val="custom"/>
  <p:tag name="KSO_WM_TEMPLATE_INDEX" val="20237981"/>
  <p:tag name="KSO_WM_UNIT_LAYERLEVEL" val="1"/>
  <p:tag name="KSO_WM_TAG_VERSION" val="3.0"/>
  <p:tag name="KSO_WM_BEAUTIFY_FLAG" val="#wm#"/>
  <p:tag name="KSO_WM_UNIT_PRESET_TEXT" val="Click to add subtitle"/>
</p:tagLst>
</file>

<file path=ppt/tags/tag101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TEMPLATE_CATEGORY" val="custom"/>
  <p:tag name="KSO_WM_TEMPLATE_INDEX" val="20237981"/>
  <p:tag name="KSO_WM_UNIT_LAYERLEVEL" val="1"/>
  <p:tag name="KSO_WM_TAG_VERSION" val="3.0"/>
  <p:tag name="KSO_WM_BEAUTIFY_FLAG" val="#wm#"/>
  <p:tag name="KSO_WM_UNIT_PRESET_TEXT" val="汇报人：稻小壳"/>
</p:tagLst>
</file>

<file path=ppt/tags/tag102.xml><?xml version="1.0" encoding="utf-8"?>
<p:tagLst xmlns:p="http://schemas.openxmlformats.org/presentationml/2006/main">
  <p:tag name="KSO_WM_SPECIAL_SOURCE" val="bdnull"/>
  <p:tag name="KSO_WM_TEMPLATE_THUMBS_INDEX" val="1、9"/>
  <p:tag name="KSO_WM_SLIDE_CONTENT_AREA" val="{&quot;left&quot;:&quot;75&quot;,&quot;top&quot;:&quot;100.55&quot;,&quot;width&quot;:&quot;607.15&quot;,&quot;height&quot;:&quot;287.5&quot;}"/>
  <p:tag name="KSO_WM_SLIDE_ID" val="custom20237981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7981"/>
  <p:tag name="KSO_WM_SLIDE_LAYOUT" val="a_b_f"/>
  <p:tag name="KSO_WM_SLIDE_LAYOUT_CNT" val="1_1_1"/>
  <p:tag name="KSO_WM_SLIDE_THEME_ID" val="3303189"/>
  <p:tag name="KSO_WM_SLIDE_THEME_NAME" val="Blue Tech"/>
</p:tagLst>
</file>

<file path=ppt/tags/tag10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06.xml><?xml version="1.0" encoding="utf-8"?>
<p:tagLst xmlns:p="http://schemas.openxmlformats.org/presentationml/2006/main">
  <p:tag name="KSO_WM_SLIDE_TYPE" val="text"/>
  <p:tag name="KSO_WM_BEAUTIFY_FLAG" val="#wm#"/>
</p:tagLst>
</file>

<file path=ppt/tags/tag10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TEXT" val="Introduc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109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10.xml><?xml version="1.0" encoding="utf-8"?>
<p:tagLst xmlns:p="http://schemas.openxmlformats.org/presentationml/2006/main">
  <p:tag name="KSO_WM_SLIDE_TYPE" val="text"/>
  <p:tag name="KSO_WM_BEAUTIFY_FLAG" val="#wm#"/>
</p:tagLst>
</file>

<file path=ppt/tags/tag11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TEXT" val="What are Secrets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113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14.xml><?xml version="1.0" encoding="utf-8"?>
<p:tagLst xmlns:p="http://schemas.openxmlformats.org/presentationml/2006/main">
  <p:tag name="KSO_WM_SLIDE_TYPE" val="text"/>
  <p:tag name="KSO_WM_BEAUTIFY_FLAG" val="#wm#"/>
</p:tagLst>
</file>

<file path=ppt/tags/tag115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TEXT" val="Why AWS Secrets Manager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117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18.xml><?xml version="1.0" encoding="utf-8"?>
<p:tagLst xmlns:p="http://schemas.openxmlformats.org/presentationml/2006/main">
  <p:tag name="KSO_WM_SLIDE_TYPE" val="text"/>
  <p:tag name="KSO_WM_BEAUTIFY_FLAG" val="#wm#"/>
</p:tagLst>
</file>

<file path=ppt/tags/tag119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TEXT" val="Features of AWS Secrets Manager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121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22.xml><?xml version="1.0" encoding="utf-8"?>
<p:tagLst xmlns:p="http://schemas.openxmlformats.org/presentationml/2006/main">
  <p:tag name="KSO_WM_SLIDE_TYPE" val="text"/>
  <p:tag name="KSO_WM_BEAUTIFY_FLAG" val="#wm#"/>
</p:tagLst>
</file>

<file path=ppt/tags/tag12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TEXT" val="How AWS Secrets Manager Work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125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26.xml><?xml version="1.0" encoding="utf-8"?>
<p:tagLst xmlns:p="http://schemas.openxmlformats.org/presentationml/2006/main">
  <p:tag name="KSO_WM_SLIDE_TYPE" val="text"/>
  <p:tag name="KSO_WM_BEAUTIFY_FLAG" val="#wm#"/>
</p:tagLst>
</file>

<file path=ppt/tags/tag12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TEXT" val="Integration with AWS Servic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129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30.xml><?xml version="1.0" encoding="utf-8"?>
<p:tagLst xmlns:p="http://schemas.openxmlformats.org/presentationml/2006/main">
  <p:tag name="KSO_WM_SLIDE_TYPE" val="text"/>
  <p:tag name="KSO_WM_BEAUTIFY_FLAG" val="#wm#"/>
</p:tagLst>
</file>

<file path=ppt/tags/tag13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TEXT" val="Automatic Rota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133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34.xml><?xml version="1.0" encoding="utf-8"?>
<p:tagLst xmlns:p="http://schemas.openxmlformats.org/presentationml/2006/main">
  <p:tag name="KSO_WM_SLIDE_TYPE" val="text"/>
  <p:tag name="KSO_WM_BEAUTIFY_FLAG" val="#wm#"/>
</p:tagLst>
</file>

<file path=ppt/tags/tag135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TEXT" val="Encryption in Secrets Manager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137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38.xml><?xml version="1.0" encoding="utf-8"?>
<p:tagLst xmlns:p="http://schemas.openxmlformats.org/presentationml/2006/main">
  <p:tag name="KSO_WM_SLIDE_TYPE" val="text"/>
  <p:tag name="KSO_WM_BEAUTIFY_FLAG" val="#wm#"/>
</p:tagLst>
</file>

<file path=ppt/tags/tag139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TEXT" val="Access Control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141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42.xml><?xml version="1.0" encoding="utf-8"?>
<p:tagLst xmlns:p="http://schemas.openxmlformats.org/presentationml/2006/main">
  <p:tag name="KSO_WM_SLIDE_TYPE" val="text"/>
  <p:tag name="KSO_WM_BEAUTIFY_FLAG" val="#wm#"/>
</p:tagLst>
</file>

<file path=ppt/tags/tag14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TEXT" val="Monitoring and Auditing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14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46.xml><?xml version="1.0" encoding="utf-8"?>
<p:tagLst xmlns:p="http://schemas.openxmlformats.org/presentationml/2006/main">
  <p:tag name="KSO_WM_SLIDE_TYPE" val="text"/>
  <p:tag name="KSO_WM_BEAUTIFY_FLAG" val="#wm#"/>
</p:tagLst>
</file>

<file path=ppt/tags/tag14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TEXT" val="Real-Time Use Cas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149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50.xml><?xml version="1.0" encoding="utf-8"?>
<p:tagLst xmlns:p="http://schemas.openxmlformats.org/presentationml/2006/main">
  <p:tag name="KSO_WM_SLIDE_TYPE" val="text"/>
  <p:tag name="KSO_WM_BEAUTIFY_FLAG" val="#wm#"/>
</p:tagLst>
</file>

<file path=ppt/tags/tag15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TEXT" val="Advantag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15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54.xml><?xml version="1.0" encoding="utf-8"?>
<p:tagLst xmlns:p="http://schemas.openxmlformats.org/presentationml/2006/main">
  <p:tag name="KSO_WM_SLIDE_TYPE" val="text"/>
  <p:tag name="KSO_WM_BEAUTIFY_FLAG" val="#wm#"/>
</p:tagLst>
</file>

<file path=ppt/tags/tag155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TEXT" val="Limitation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157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58.xml><?xml version="1.0" encoding="utf-8"?>
<p:tagLst xmlns:p="http://schemas.openxmlformats.org/presentationml/2006/main">
  <p:tag name="KSO_WM_SLIDE_TYPE" val="text"/>
  <p:tag name="KSO_WM_BEAUTIFY_FLAG" val="#wm#"/>
</p:tagLst>
</file>

<file path=ppt/tags/tag159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TEXT" val="Best Practic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161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62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54">
      <a:dk1>
        <a:sysClr val="windowText" lastClr="000000"/>
      </a:dk1>
      <a:lt1>
        <a:sysClr val="window" lastClr="FFFFFF"/>
      </a:lt1>
      <a:dk2>
        <a:srgbClr val="000250"/>
      </a:dk2>
      <a:lt2>
        <a:srgbClr val="EFEFFF"/>
      </a:lt2>
      <a:accent1>
        <a:srgbClr val="1317FF"/>
      </a:accent1>
      <a:accent2>
        <a:srgbClr val="4216FF"/>
      </a:accent2>
      <a:accent3>
        <a:srgbClr val="7115FF"/>
      </a:accent3>
      <a:accent4>
        <a:srgbClr val="A115FF"/>
      </a:accent4>
      <a:accent5>
        <a:srgbClr val="D014FF"/>
      </a:accent5>
      <a:accent6>
        <a:srgbClr val="FF13FF"/>
      </a:accent6>
      <a:hlink>
        <a:srgbClr val="0563C1"/>
      </a:hlink>
      <a:folHlink>
        <a:srgbClr val="954F72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1815</Words>
  <Application>WPS Presentation</Application>
  <PresentationFormat>On-screen Show (4:3)</PresentationFormat>
  <Paragraphs>101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Wingdings</vt:lpstr>
      <vt:lpstr>Inter Bold</vt:lpstr>
      <vt:lpstr>Segoe Print</vt:lpstr>
      <vt:lpstr>Inter</vt:lpstr>
      <vt:lpstr>Office Theme</vt:lpstr>
      <vt:lpstr>1_Office Theme</vt:lpstr>
      <vt:lpstr>AWS Security Service Presentation</vt:lpstr>
      <vt:lpstr>Introduction</vt:lpstr>
      <vt:lpstr>What are Secrets?</vt:lpstr>
      <vt:lpstr>Why AWS Secrets Manager?</vt:lpstr>
      <vt:lpstr>Features of AWS Secrets Manager</vt:lpstr>
      <vt:lpstr>How AWS Secrets Manager Works</vt:lpstr>
      <vt:lpstr>Integration with AWS Services</vt:lpstr>
      <vt:lpstr>Automatic Rotation</vt:lpstr>
      <vt:lpstr>Encryption in Secrets Manager</vt:lpstr>
      <vt:lpstr>Access Control</vt:lpstr>
      <vt:lpstr>Monitoring and Auditing</vt:lpstr>
      <vt:lpstr>Real-Time Use Case</vt:lpstr>
      <vt:lpstr>Advantages</vt:lpstr>
      <vt:lpstr>Limitations</vt:lpstr>
      <vt:lpstr>Best Practices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pinky Addabottu</cp:lastModifiedBy>
  <cp:revision>2</cp:revision>
  <dcterms:created xsi:type="dcterms:W3CDTF">2013-01-27T09:14:00Z</dcterms:created>
  <dcterms:modified xsi:type="dcterms:W3CDTF">2026-05-11T18:29:23Z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5DD95A8F57D547FFB9BB3ED2CBF1A2FC_13</vt:lpwstr>
  </property>
</Properties>
</file>